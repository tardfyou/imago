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c62c81a13a4f0d" /><Relationship Type="http://schemas.openxmlformats.org/officeDocument/2006/relationships/extended-properties" Target="/docProps/app.xml" Id="Rb4c058a3006e48de" /><Relationship Type="http://schemas.openxmlformats.org/officeDocument/2006/relationships/officeDocument" Target="/ppt/presentation.xml" Id="Re6b8fdcef7e548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1b58a340ad4a1f"/>
  </p:sldMasterIdLst>
  <p:notesMasterIdLst>
    <p:notesMasterId xmlns:r="http://schemas.openxmlformats.org/officeDocument/2006/relationships" r:id="Rc3f9ae331df94df5"/>
  </p:notesMasterIdLst>
  <p:sldIdLst>
    <p:sldId xmlns:r="http://schemas.openxmlformats.org/officeDocument/2006/relationships" id="256" r:id="R3329ec34d71d4dc1"/>
  </p:sldIdLst>
  <p:sldSz cx="4714875" cy="4429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99eed7700c4e4c" /><Relationship Type="http://schemas.openxmlformats.org/officeDocument/2006/relationships/slideMaster" Target="/ppt/slideMasters/slideMaster1.xml" Id="R4a1b58a340ad4a1f" /><Relationship Type="http://schemas.openxmlformats.org/officeDocument/2006/relationships/notesMaster" Target="/ppt/notesMasters/notesMaster1.xml" Id="Rc3f9ae331df94df5" /><Relationship Type="http://schemas.openxmlformats.org/officeDocument/2006/relationships/presProps" Target="/ppt/presProps.xml" Id="R61dfdb342e264029" /><Relationship Type="http://schemas.openxmlformats.org/officeDocument/2006/relationships/tableStyles" Target="/ppt/tableStyles.xml" Id="R532ea8c0bc8048e5" /><Relationship Type="http://schemas.openxmlformats.org/officeDocument/2006/relationships/slide" Target="/ppt/slides/slide1.xml" Id="R3329ec34d71d4d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92de01c09c4c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a259b231b14a89" /><Relationship Type="http://schemas.openxmlformats.org/officeDocument/2006/relationships/notesMaster" Target="/ppt/notesMasters/notesMaster1.xml" Id="R624e5c826841411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素材ID：SEC-020</ns1:t>
            </ns1:r>
          </ns1:p>
          <ns1:p>
            <ns1:r>
              <ns1:t>论文：Decompiling the Synergy: An Empirical Study of Human–LLM Teaming in Software Reverse Engineering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6，PDF第17页</ns1:t>
            </ns1:r>
          </ns1:p>
          <ns1:p>
            <ns1:r>
              <ns1:t>类型：实验图表</ns1:t>
            </ns1:r>
          </ns1:p>
          <ns1:p>
            <ns1:r>
              <ns1:t>借鉴点：行列动作标签与数值热图展示顺序转移，适合Agent动作、工具调用或用户操作行为分析。</ns1:t>
            </ns1:r>
          </ns1:p>
          <ns1:p>
            <ns1:r>
              <ns1:t>论文URL：https://www.ndss-symposium.org/wp-content/uploads/2026-f380-paper.pdf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f3b4459d94b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207e7cfa5442a9" /><Relationship Type="http://schemas.openxmlformats.org/officeDocument/2006/relationships/slideLayout" Target="/ppt/slideLayouts/slideLayout1.xml" Id="R66ebe357fbee44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ebe357fbee44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b324e033f4bee" /><Relationship Type="http://schemas.openxmlformats.org/officeDocument/2006/relationships/notesSlide" Target="/ppt/notesSlides/notesSlide1.xml" Id="R44974df962214b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9C05F-FFEF-4FF7-B48E-CC530347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" y="15506"/>
            <a:ext cx="4406692" cy="4405190"/>
          </a:xfrm>
          <a:custGeom xmlns:a="http://schemas.openxmlformats.org/drawingml/2006/main">
            <a:pathLst>
              <a:path w="4406692" h="4405190">
                <a:moveTo>
                  <a:pt x="0" y="4405190"/>
                </a:moveTo>
                <a:lnTo>
                  <a:pt x="4406692" y="4405190"/>
                </a:lnTo>
                <a:lnTo>
                  <a:pt x="4406692" y="0"/>
                </a:lnTo>
                <a:lnTo>
                  <a:pt x="0" y="0"/>
                </a:lnTo>
                <a:lnTo>
                  <a:pt x="0" y="440519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8E4A2-E784-4A2F-A6FB-D52220CC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59928"/>
            <a:ext cx="3031385" cy="3132791"/>
          </a:xfrm>
          <a:custGeom xmlns:a="http://schemas.openxmlformats.org/drawingml/2006/main">
            <a:pathLst>
              <a:path w="3031385" h="3132791">
                <a:moveTo>
                  <a:pt x="0" y="3132791"/>
                </a:moveTo>
                <a:lnTo>
                  <a:pt x="3031385" y="3132791"/>
                </a:lnTo>
                <a:lnTo>
                  <a:pt x="3031385" y="0"/>
                </a:lnTo>
                <a:lnTo>
                  <a:pt x="0" y="0"/>
                </a:lnTo>
                <a:lnTo>
                  <a:pt x="0" y="31327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D8727-A642-486C-A9C3-274A5509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59928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BB5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5334C-A5BB-454B-A95A-07608015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59928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42328-59F3-4D48-A839-5291A4C8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59928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883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8C430-261E-4C18-A2BE-9B82140D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59928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134A6-8666-4BDA-91BE-0B989931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59928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883C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00636-8DE7-4884-AAA9-46D775C5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59928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39362-E20A-4754-A9EA-EEDB9A5A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59928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BD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ED07E-36CF-4A07-8289-50CCB61E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59928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0726C-D106-40AD-92B4-B0511116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59928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EB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53680-693B-4D37-B642-BA5F4F26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59928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B0614-6647-4DBF-8366-B7ABCE51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59928"/>
            <a:ext cx="378924" cy="391599"/>
          </a:xfrm>
          <a:custGeom xmlns:a="http://schemas.openxmlformats.org/drawingml/2006/main">
            <a:pathLst>
              <a:path w="378924" h="391599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C8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5E261-31AF-46FF-A7D2-A664FE3C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59928"/>
            <a:ext cx="378924" cy="391599"/>
          </a:xfrm>
          <a:custGeom xmlns:a="http://schemas.openxmlformats.org/drawingml/2006/main">
            <a:pathLst>
              <a:path w="378924" h="391599" fill="none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43E72-0F48-4D3D-BDF1-2A81C670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59928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C3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1B0E71-97BC-4ABE-9735-5FEB348F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59928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42F77-0F22-45ED-A6EC-8B5B5B5D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59928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D3A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B81C9-B33B-430A-BAAF-BA75072B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59928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A703D-D1DC-4512-AF9A-95F57CBF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451527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8A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47533-E4E0-4C4A-B748-264A40A7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451527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F62A9-207A-4C7A-A5A6-87F7EE05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451527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2BD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A4E6B-5EF7-440A-A23E-6C131B6E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451527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49A4B-396F-4C0E-AACE-7F0D6C12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451527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8A2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FDAB2-D640-497F-84FC-31A7C89E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451527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5FD6D-72E4-409F-97DB-60C67FEE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451527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C3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1F60F-CA66-4588-AE11-C4783BA0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451527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219C4-8AC6-495A-A015-DFD2CB5B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451527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CC6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4C25E-D1E9-4185-B869-E966204B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451527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B74931-7D6C-44FA-935C-FE24CC75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451527"/>
            <a:ext cx="378924" cy="391599"/>
          </a:xfrm>
          <a:custGeom xmlns:a="http://schemas.openxmlformats.org/drawingml/2006/main">
            <a:pathLst>
              <a:path w="378924" h="391599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CA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DEA80-F3BA-4FB1-8D9C-7438CA8A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451527"/>
            <a:ext cx="378924" cy="391599"/>
          </a:xfrm>
          <a:custGeom xmlns:a="http://schemas.openxmlformats.org/drawingml/2006/main">
            <a:pathLst>
              <a:path w="378924" h="391599" fill="none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BA848-F642-44BF-AD73-32DD2A11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451527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C9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2ED6D-D17E-4510-BBC4-1CFDE74A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451527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33249-F57D-4201-9404-FDCA1792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451527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8B2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15F4E-F80A-4270-9254-3CCB39AD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451527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D74C0-613B-46EC-BF4D-56F561E9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843126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3AD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C7166-0900-4E16-B97B-CD47EBB2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843126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26F47-8753-49B3-A3DD-3297B4D2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843126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9A76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ED938-DEE4-4553-B22B-3FA5036F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843126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11B03-F872-447C-A1FA-DE3C000B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843126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C3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B5162-8632-44E1-B8EF-B5795621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843126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ECD49-525B-48D8-B680-B396B9E1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843126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BC5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C55AF-65D8-4BC3-8121-4034C893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843126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2620C-D13E-4AFF-878B-2E52A57B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843126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961C8-2C17-4BBB-B906-16A8870A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843126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2CF0D-CB77-4E67-9C33-A3400A37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843126"/>
            <a:ext cx="378924" cy="391599"/>
          </a:xfrm>
          <a:custGeom xmlns:a="http://schemas.openxmlformats.org/drawingml/2006/main">
            <a:pathLst>
              <a:path w="378924" h="391599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BC5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51295-23A0-4F8C-821F-D48F16E6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843126"/>
            <a:ext cx="378924" cy="391599"/>
          </a:xfrm>
          <a:custGeom xmlns:a="http://schemas.openxmlformats.org/drawingml/2006/main">
            <a:pathLst>
              <a:path w="378924" h="391599" fill="none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2538B-9117-4333-B0F7-E8520CB9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843126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CA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20332-C282-4643-8FA0-0F69ECBB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843126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CB214-379F-49B3-A55F-065FADD1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843126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AB4E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1855C-F2E8-41AE-9F86-595D6AE2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843126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47EB1-7541-4795-A2AF-541303C9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1234725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8C2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57ABA-B43C-4678-A772-F937FCBB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1234725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95CDC-DB26-4AA2-878F-D03055F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1234725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C9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F5A33-7404-4120-A4FB-9978DE95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1234725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6E535-1190-4B58-89C3-58FC51B1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1234725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C8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B0771-6200-45CF-9293-BD51219A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1234725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33D97-A6F4-4EE3-BDAC-9F4B402F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1234725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BD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F34FB-0A10-45C1-A31D-66C1C4E8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1234725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CE0FE-0D35-4AFF-B04B-8021D64A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1234725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CA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E41CA-258C-493A-BDFF-C8234697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1234725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6FDFC-96D7-4656-9489-20A7A871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1234725"/>
            <a:ext cx="378924" cy="391599"/>
          </a:xfrm>
          <a:custGeom xmlns:a="http://schemas.openxmlformats.org/drawingml/2006/main">
            <a:pathLst>
              <a:path w="378924" h="391599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C8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DF9CC0-2763-40AB-B800-ED0879DF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1234725"/>
            <a:ext cx="378924" cy="391599"/>
          </a:xfrm>
          <a:custGeom xmlns:a="http://schemas.openxmlformats.org/drawingml/2006/main">
            <a:pathLst>
              <a:path w="378924" h="391599" fill="none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CF895-5CA8-4CC4-A855-E3B40CBF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1234725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CC6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6A4C1-F408-41A7-BDE9-CA3F46A2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1234725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8DF00-09CE-45DF-8499-61676032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1234725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C3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2A47B-65F9-4932-B8DE-1E30B2F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1234725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BFC88-CC71-45B9-8B33-7CBA88B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1626323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1BB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6456E-CDB1-4A55-9BDD-51D0A1A5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1626323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146A8-0633-40D0-BA0C-4B98D4CF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1626323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BC5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39019-7BA8-42DB-BEDF-23C07A7A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1626323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F354C-E259-448C-A692-C98052C8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1626323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AC4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9B4FE-674C-47C6-8D58-C37F17EA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1626323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E234E-885E-4ADE-B0E5-C57B986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1626323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E433F-616E-414F-A8F8-8FE0FB3F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1626323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402836-BBF6-4CFC-838B-742A585C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1626323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6C0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099B0-4125-4881-989A-0BCEA9A9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1626323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4C1A8C-4B70-4977-8723-23909C3B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1626323"/>
            <a:ext cx="378924" cy="391599"/>
          </a:xfrm>
          <a:custGeom xmlns:a="http://schemas.openxmlformats.org/drawingml/2006/main">
            <a:pathLst>
              <a:path w="378924" h="391599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F99F1-E011-4E55-B036-C33076D0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1626323"/>
            <a:ext cx="378924" cy="391599"/>
          </a:xfrm>
          <a:custGeom xmlns:a="http://schemas.openxmlformats.org/drawingml/2006/main">
            <a:pathLst>
              <a:path w="378924" h="391599" fill="none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0E780-DCFC-414B-BDFE-782803E0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1626323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C8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9141F-E405-418E-A412-3D55727F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1626323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9AE51-6950-4057-8F53-ACD1373F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1626323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7C1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3DD2D-1788-41EC-8678-556368D5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1626323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C74F7-2563-4CDF-9C3A-56BB2576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2017922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CC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73B7C3-E66A-4F24-BB5B-1B6FB8CB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2017922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399D4-0E03-402E-A0B5-37BDAF7F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2017922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7C07B-374F-43F9-B372-BCE208B3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2017922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CAEF4-DEE1-45C8-AD37-52BF8250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2017922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BCF80C-ADDE-45BB-B4A2-2494F526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2017922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7AFC2-6603-4879-8D42-9B6491D7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2017922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0CA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05120-D0D5-49D9-815E-F0BD98D4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2017922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1226A-9D71-46B3-BD9F-758A54C1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2017922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60988-E1D8-4944-BCA7-09975D27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2017922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64037-6817-4092-AB22-A8AFB3B4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2017922"/>
            <a:ext cx="378924" cy="391599"/>
          </a:xfrm>
          <a:custGeom xmlns:a="http://schemas.openxmlformats.org/drawingml/2006/main">
            <a:pathLst>
              <a:path w="378924" h="391599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BE87B-ECE7-42CC-A376-3159AFC7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2017922"/>
            <a:ext cx="378924" cy="391599"/>
          </a:xfrm>
          <a:custGeom xmlns:a="http://schemas.openxmlformats.org/drawingml/2006/main">
            <a:pathLst>
              <a:path w="378924" h="391599" fill="none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22A1D-2D02-47AF-84F5-E024A4B5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2017922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C8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8010E-EF41-4B38-B0E2-6DE957CE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2017922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60C97-C740-44D7-A835-20E9955C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2017922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FC9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56830-9398-492B-98EE-31CF0FDF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2017922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40BD7-9FD3-4D22-906A-4F17D8E0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2409521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FA872-CF19-4929-A1B1-8C530BFF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2409521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FB8C6-4E3A-416C-B808-F07AB831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2409521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CC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B18FF-C3CC-466D-BC6A-C465EB41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2409521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48558-915F-43CD-825A-C7E8AA58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2409521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B84FD-450D-4566-92E6-421A407F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2409521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CAB80-8C89-4DC1-A002-04FD3271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2409521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46A1E-78DA-4023-86B0-A782E92B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2409521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2E442-538D-4B5A-83A5-66A93FE9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2409521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1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1B31B-BABA-472A-8C86-C7203926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2409521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F922A-3788-4A4E-8598-1EB310A5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2409521"/>
            <a:ext cx="378924" cy="391599"/>
          </a:xfrm>
          <a:custGeom xmlns:a="http://schemas.openxmlformats.org/drawingml/2006/main">
            <a:pathLst>
              <a:path w="378924" h="391599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CB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179C7-5813-4861-B176-2EA1913A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2409521"/>
            <a:ext cx="378924" cy="391599"/>
          </a:xfrm>
          <a:custGeom xmlns:a="http://schemas.openxmlformats.org/drawingml/2006/main">
            <a:pathLst>
              <a:path w="378924" h="391599" fill="none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4AD75-B97A-41E3-AFB4-CFD944CA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2409521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59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52A71-B878-40C7-9320-50BC840F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2409521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45DD1-FF71-4DE5-9C4A-7C6F7285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2409521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CC6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B29BF-89F8-4406-93C9-BB3A1A17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2409521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97FE7-7C42-4B85-8F47-83C3C7DC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2801120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5A0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B52A5-440D-4B71-AFA2-5659C96A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897" y="2801120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4D6EA-260E-42A6-A7B4-7BB244F1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2801120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3BD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D62E4-30C9-4547-AD79-4B1DC6DE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20" y="2801120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3A8BA-6E65-467D-B528-47B01056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2801120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EB8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CF6E5-A863-4DBA-9E15-1CCB9EF3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743" y="2801120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8A6E9-E526-44AA-8A29-1D0D8CC9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2801120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C3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BB359-09B7-4281-9A41-0B12424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67" y="2801120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D1910-97C9-453D-82AE-E7F6F64B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2801120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CC6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FD7DD-027A-4ED2-8944-AEDA58C2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590" y="2801120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E396D0-168F-4A50-93E0-1B245476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2801120"/>
            <a:ext cx="378924" cy="391599"/>
          </a:xfrm>
          <a:custGeom xmlns:a="http://schemas.openxmlformats.org/drawingml/2006/main">
            <a:pathLst>
              <a:path w="378924" h="391599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C7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FB5F5-E517-467E-A2EF-D9E6C70C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513" y="2801120"/>
            <a:ext cx="378924" cy="391599"/>
          </a:xfrm>
          <a:custGeom xmlns:a="http://schemas.openxmlformats.org/drawingml/2006/main">
            <a:pathLst>
              <a:path w="378924" h="391599" fill="none">
                <a:moveTo>
                  <a:pt x="0" y="0"/>
                </a:moveTo>
                <a:lnTo>
                  <a:pt x="378924" y="0"/>
                </a:lnTo>
                <a:lnTo>
                  <a:pt x="378924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3CE42-AEC4-463A-BF39-716EAAC3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2801120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C8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6FBCC-2B03-4C20-945E-4818458A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436" y="2801120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78C15-B984-40D8-B2E8-460F818B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2801120"/>
            <a:ext cx="378923" cy="391599"/>
          </a:xfrm>
          <a:custGeom xmlns:a="http://schemas.openxmlformats.org/drawingml/2006/main">
            <a:pathLst>
              <a:path w="378923" h="391599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CC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0F70E-28B7-48D0-A93D-2EE41F89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59" y="2801120"/>
            <a:ext cx="378923" cy="391599"/>
          </a:xfrm>
          <a:custGeom xmlns:a="http://schemas.openxmlformats.org/drawingml/2006/main">
            <a:pathLst>
              <a:path w="378923" h="391599" fill="none">
                <a:moveTo>
                  <a:pt x="0" y="0"/>
                </a:moveTo>
                <a:lnTo>
                  <a:pt x="378923" y="0"/>
                </a:lnTo>
                <a:lnTo>
                  <a:pt x="378923" y="391599"/>
                </a:lnTo>
                <a:lnTo>
                  <a:pt x="0" y="3915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85" cap="flat">
            <a:solidFill>
              <a:srgbClr val="FFFFFF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F3D7C-7CBA-48C3-BD7C-A469AFB8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9" y="3192719"/>
            <a:ext cx="10" cy="21594"/>
          </a:xfrm>
          <a:custGeom xmlns:a="http://schemas.openxmlformats.org/drawingml/2006/main">
            <a:pathLst>
              <a:path w="1" h="21594">
                <a:moveTo>
                  <a:pt x="0" y="0"/>
                </a:moveTo>
                <a:lnTo>
                  <a:pt x="0" y="215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E74CDC-C944-41BB-B7D6-B626B018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9" y="3192719"/>
            <a:ext cx="10" cy="21594"/>
          </a:xfrm>
          <a:custGeom xmlns:a="http://schemas.openxmlformats.org/drawingml/2006/main">
            <a:pathLst>
              <a:path w="1" h="21594" fill="none">
                <a:moveTo>
                  <a:pt x="0" y="0"/>
                </a:moveTo>
                <a:lnTo>
                  <a:pt x="0" y="21594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76114-8545-4583-B900-D499131E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02" y="4229489"/>
            <a:ext cx="107401" cy="118986"/>
          </a:xfrm>
          <a:custGeom xmlns:a="http://schemas.openxmlformats.org/drawingml/2006/main">
            <a:pathLst>
              <a:path w="107401" h="118986">
                <a:moveTo>
                  <a:pt x="0" y="65014"/>
                </a:moveTo>
                <a:lnTo>
                  <a:pt x="37536" y="0"/>
                </a:lnTo>
                <a:lnTo>
                  <a:pt x="55745" y="10513"/>
                </a:lnTo>
                <a:lnTo>
                  <a:pt x="32128" y="51419"/>
                </a:lnTo>
                <a:lnTo>
                  <a:pt x="49568" y="61488"/>
                </a:lnTo>
                <a:lnTo>
                  <a:pt x="71778" y="23018"/>
                </a:lnTo>
                <a:lnTo>
                  <a:pt x="89987" y="33531"/>
                </a:lnTo>
                <a:lnTo>
                  <a:pt x="67777" y="72001"/>
                </a:lnTo>
                <a:lnTo>
                  <a:pt x="107401" y="94878"/>
                </a:lnTo>
                <a:lnTo>
                  <a:pt x="93482" y="118986"/>
                </a:lnTo>
                <a:lnTo>
                  <a:pt x="0" y="65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4F2DD-EAA8-4B77-8C5E-3B5BB714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307" y="4158006"/>
            <a:ext cx="110863" cy="102903"/>
          </a:xfrm>
          <a:custGeom xmlns:a="http://schemas.openxmlformats.org/drawingml/2006/main">
            <a:pathLst>
              <a:path w="110863" h="102903">
                <a:moveTo>
                  <a:pt x="42830" y="95256"/>
                </a:moveTo>
                <a:lnTo>
                  <a:pt x="0" y="70528"/>
                </a:lnTo>
                <a:lnTo>
                  <a:pt x="13030" y="47959"/>
                </a:lnTo>
                <a:lnTo>
                  <a:pt x="20083" y="52031"/>
                </a:lnTo>
                <a:cubicBezTo>
                  <a:pt x="23930" y="54252"/>
                  <a:pt x="28601" y="57120"/>
                  <a:pt x="34371" y="60451"/>
                </a:cubicBezTo>
                <a:cubicBezTo>
                  <a:pt x="40142" y="63783"/>
                  <a:pt x="43989" y="66004"/>
                  <a:pt x="45784" y="67041"/>
                </a:cubicBezTo>
                <a:cubicBezTo>
                  <a:pt x="51426" y="70298"/>
                  <a:pt x="55604" y="72539"/>
                  <a:pt x="58188" y="73689"/>
                </a:cubicBezTo>
                <a:cubicBezTo>
                  <a:pt x="60901" y="74914"/>
                  <a:pt x="62992" y="75437"/>
                  <a:pt x="64462" y="75260"/>
                </a:cubicBezTo>
                <a:cubicBezTo>
                  <a:pt x="66519" y="75251"/>
                  <a:pt x="68340" y="74763"/>
                  <a:pt x="69998" y="73668"/>
                </a:cubicBezTo>
                <a:cubicBezTo>
                  <a:pt x="71582" y="72702"/>
                  <a:pt x="72929" y="71257"/>
                  <a:pt x="74113" y="69205"/>
                </a:cubicBezTo>
                <a:cubicBezTo>
                  <a:pt x="76779" y="64589"/>
                  <a:pt x="77130" y="59834"/>
                  <a:pt x="75095" y="55068"/>
                </a:cubicBezTo>
                <a:cubicBezTo>
                  <a:pt x="72985" y="50430"/>
                  <a:pt x="68798" y="46132"/>
                  <a:pt x="62386" y="42430"/>
                </a:cubicBezTo>
                <a:lnTo>
                  <a:pt x="27763" y="22441"/>
                </a:lnTo>
                <a:lnTo>
                  <a:pt x="40720" y="0"/>
                </a:lnTo>
                <a:lnTo>
                  <a:pt x="110863" y="40497"/>
                </a:lnTo>
                <a:lnTo>
                  <a:pt x="97907" y="62938"/>
                </a:lnTo>
                <a:lnTo>
                  <a:pt x="87777" y="57089"/>
                </a:lnTo>
                <a:cubicBezTo>
                  <a:pt x="89955" y="62793"/>
                  <a:pt x="90960" y="68160"/>
                  <a:pt x="90534" y="73044"/>
                </a:cubicBezTo>
                <a:cubicBezTo>
                  <a:pt x="90108" y="77927"/>
                  <a:pt x="88765" y="82623"/>
                  <a:pt x="86174" y="87111"/>
                </a:cubicBezTo>
                <a:cubicBezTo>
                  <a:pt x="81435" y="95318"/>
                  <a:pt x="75445" y="100066"/>
                  <a:pt x="68129" y="101485"/>
                </a:cubicBezTo>
                <a:cubicBezTo>
                  <a:pt x="60813" y="102903"/>
                  <a:pt x="52319" y="100735"/>
                  <a:pt x="42830" y="952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4CB7F-BE01-4BAF-8655-3A432BB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65" y="4074333"/>
            <a:ext cx="110863" cy="102627"/>
          </a:xfrm>
          <a:custGeom xmlns:a="http://schemas.openxmlformats.org/drawingml/2006/main">
            <a:pathLst>
              <a:path w="110863" h="102627">
                <a:moveTo>
                  <a:pt x="68161" y="7445"/>
                </a:moveTo>
                <a:lnTo>
                  <a:pt x="110863" y="32098"/>
                </a:lnTo>
                <a:lnTo>
                  <a:pt x="97833" y="54668"/>
                </a:lnTo>
                <a:lnTo>
                  <a:pt x="90908" y="50670"/>
                </a:lnTo>
                <a:lnTo>
                  <a:pt x="65133" y="35788"/>
                </a:lnTo>
                <a:cubicBezTo>
                  <a:pt x="59106" y="32309"/>
                  <a:pt x="54929" y="30068"/>
                  <a:pt x="52473" y="28992"/>
                </a:cubicBezTo>
                <a:cubicBezTo>
                  <a:pt x="50016" y="27916"/>
                  <a:pt x="48053" y="27466"/>
                  <a:pt x="46529" y="27441"/>
                </a:cubicBezTo>
                <a:cubicBezTo>
                  <a:pt x="44600" y="27524"/>
                  <a:pt x="42780" y="28012"/>
                  <a:pt x="41122" y="29106"/>
                </a:cubicBezTo>
                <a:cubicBezTo>
                  <a:pt x="39464" y="30201"/>
                  <a:pt x="37915" y="31700"/>
                  <a:pt x="36878" y="33495"/>
                </a:cubicBezTo>
                <a:cubicBezTo>
                  <a:pt x="34139" y="38240"/>
                  <a:pt x="33787" y="42995"/>
                  <a:pt x="35897" y="47633"/>
                </a:cubicBezTo>
                <a:cubicBezTo>
                  <a:pt x="37933" y="52399"/>
                  <a:pt x="42193" y="56569"/>
                  <a:pt x="48605" y="60270"/>
                </a:cubicBezTo>
                <a:lnTo>
                  <a:pt x="83100" y="80186"/>
                </a:lnTo>
                <a:lnTo>
                  <a:pt x="70144" y="102627"/>
                </a:lnTo>
                <a:lnTo>
                  <a:pt x="0" y="62129"/>
                </a:lnTo>
                <a:lnTo>
                  <a:pt x="12956" y="39689"/>
                </a:lnTo>
                <a:lnTo>
                  <a:pt x="23215" y="45611"/>
                </a:lnTo>
                <a:cubicBezTo>
                  <a:pt x="21036" y="39908"/>
                  <a:pt x="20086" y="34743"/>
                  <a:pt x="20384" y="29786"/>
                </a:cubicBezTo>
                <a:cubicBezTo>
                  <a:pt x="20681" y="24828"/>
                  <a:pt x="22098" y="20004"/>
                  <a:pt x="24764" y="15388"/>
                </a:cubicBezTo>
                <a:cubicBezTo>
                  <a:pt x="29428" y="7309"/>
                  <a:pt x="35546" y="2634"/>
                  <a:pt x="42862" y="1216"/>
                </a:cubicBezTo>
                <a:cubicBezTo>
                  <a:pt x="50233" y="0"/>
                  <a:pt x="58672" y="1966"/>
                  <a:pt x="68161" y="74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C7AB7-32B6-4A64-817F-D3B3716A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101" y="3989740"/>
            <a:ext cx="91893" cy="89421"/>
          </a:xfrm>
          <a:custGeom xmlns:a="http://schemas.openxmlformats.org/drawingml/2006/main">
            <a:pathLst>
              <a:path w="91893" h="89421">
                <a:moveTo>
                  <a:pt x="25981" y="0"/>
                </a:moveTo>
                <a:lnTo>
                  <a:pt x="44319" y="10587"/>
                </a:lnTo>
                <a:cubicBezTo>
                  <a:pt x="40490" y="12480"/>
                  <a:pt x="37174" y="14669"/>
                  <a:pt x="34372" y="17155"/>
                </a:cubicBezTo>
                <a:cubicBezTo>
                  <a:pt x="31569" y="19640"/>
                  <a:pt x="29205" y="22550"/>
                  <a:pt x="27354" y="25755"/>
                </a:cubicBezTo>
                <a:cubicBezTo>
                  <a:pt x="23726" y="32039"/>
                  <a:pt x="22837" y="38022"/>
                  <a:pt x="24428" y="43558"/>
                </a:cubicBezTo>
                <a:cubicBezTo>
                  <a:pt x="25946" y="49221"/>
                  <a:pt x="30113" y="53850"/>
                  <a:pt x="36652" y="57625"/>
                </a:cubicBezTo>
                <a:cubicBezTo>
                  <a:pt x="43321" y="61475"/>
                  <a:pt x="49412" y="62770"/>
                  <a:pt x="55076" y="61252"/>
                </a:cubicBezTo>
                <a:cubicBezTo>
                  <a:pt x="60665" y="59863"/>
                  <a:pt x="65274" y="56026"/>
                  <a:pt x="68902" y="49743"/>
                </a:cubicBezTo>
                <a:cubicBezTo>
                  <a:pt x="70901" y="46281"/>
                  <a:pt x="72313" y="42650"/>
                  <a:pt x="73138" y="38852"/>
                </a:cubicBezTo>
                <a:cubicBezTo>
                  <a:pt x="73889" y="35182"/>
                  <a:pt x="74053" y="31345"/>
                  <a:pt x="73556" y="27467"/>
                </a:cubicBezTo>
                <a:lnTo>
                  <a:pt x="91893" y="38054"/>
                </a:lnTo>
                <a:cubicBezTo>
                  <a:pt x="91102" y="42385"/>
                  <a:pt x="89927" y="46494"/>
                  <a:pt x="88495" y="50455"/>
                </a:cubicBezTo>
                <a:cubicBezTo>
                  <a:pt x="86935" y="54341"/>
                  <a:pt x="85247" y="58154"/>
                  <a:pt x="83174" y="61744"/>
                </a:cubicBezTo>
                <a:cubicBezTo>
                  <a:pt x="75844" y="74440"/>
                  <a:pt x="66938" y="82463"/>
                  <a:pt x="56380" y="85942"/>
                </a:cubicBezTo>
                <a:cubicBezTo>
                  <a:pt x="45822" y="89421"/>
                  <a:pt x="34719" y="87627"/>
                  <a:pt x="23178" y="80964"/>
                </a:cubicBezTo>
                <a:cubicBezTo>
                  <a:pt x="11637" y="74301"/>
                  <a:pt x="4660" y="65656"/>
                  <a:pt x="2266" y="54699"/>
                </a:cubicBezTo>
                <a:cubicBezTo>
                  <a:pt x="0" y="43816"/>
                  <a:pt x="2367" y="32017"/>
                  <a:pt x="9696" y="19322"/>
                </a:cubicBezTo>
                <a:cubicBezTo>
                  <a:pt x="11769" y="15732"/>
                  <a:pt x="14227" y="12363"/>
                  <a:pt x="16941" y="9143"/>
                </a:cubicBezTo>
                <a:cubicBezTo>
                  <a:pt x="19655" y="5922"/>
                  <a:pt x="22626" y="2850"/>
                  <a:pt x="259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27EE0-82D8-4580-B27C-71DAEE88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04" y="3846681"/>
            <a:ext cx="116913" cy="116265"/>
          </a:xfrm>
          <a:custGeom xmlns:a="http://schemas.openxmlformats.org/drawingml/2006/main">
            <a:pathLst>
              <a:path w="116913" h="116265">
                <a:moveTo>
                  <a:pt x="32480" y="0"/>
                </a:moveTo>
                <a:lnTo>
                  <a:pt x="52228" y="11401"/>
                </a:lnTo>
                <a:cubicBezTo>
                  <a:pt x="46959" y="15198"/>
                  <a:pt x="42404" y="19237"/>
                  <a:pt x="38437" y="23443"/>
                </a:cubicBezTo>
                <a:cubicBezTo>
                  <a:pt x="34469" y="27650"/>
                  <a:pt x="31163" y="31896"/>
                  <a:pt x="28646" y="36256"/>
                </a:cubicBezTo>
                <a:cubicBezTo>
                  <a:pt x="25314" y="42027"/>
                  <a:pt x="23769" y="46776"/>
                  <a:pt x="23679" y="50486"/>
                </a:cubicBezTo>
                <a:cubicBezTo>
                  <a:pt x="23589" y="54196"/>
                  <a:pt x="25285" y="56885"/>
                  <a:pt x="28619" y="58810"/>
                </a:cubicBezTo>
                <a:cubicBezTo>
                  <a:pt x="31183" y="60290"/>
                  <a:pt x="33753" y="60577"/>
                  <a:pt x="36146" y="59394"/>
                </a:cubicBezTo>
                <a:cubicBezTo>
                  <a:pt x="38593" y="58413"/>
                  <a:pt x="41746" y="55617"/>
                  <a:pt x="45586" y="51337"/>
                </a:cubicBezTo>
                <a:lnTo>
                  <a:pt x="53560" y="42263"/>
                </a:lnTo>
                <a:cubicBezTo>
                  <a:pt x="61535" y="33188"/>
                  <a:pt x="69035" y="27602"/>
                  <a:pt x="75784" y="25685"/>
                </a:cubicBezTo>
                <a:cubicBezTo>
                  <a:pt x="82661" y="23842"/>
                  <a:pt x="90020" y="25014"/>
                  <a:pt x="97843" y="29530"/>
                </a:cubicBezTo>
                <a:cubicBezTo>
                  <a:pt x="108101" y="35453"/>
                  <a:pt x="114018" y="42973"/>
                  <a:pt x="115466" y="52015"/>
                </a:cubicBezTo>
                <a:cubicBezTo>
                  <a:pt x="116913" y="61058"/>
                  <a:pt x="114019" y="71697"/>
                  <a:pt x="106763" y="84264"/>
                </a:cubicBezTo>
                <a:cubicBezTo>
                  <a:pt x="103358" y="90163"/>
                  <a:pt x="99237" y="95820"/>
                  <a:pt x="94806" y="101126"/>
                </a:cubicBezTo>
                <a:cubicBezTo>
                  <a:pt x="90300" y="106561"/>
                  <a:pt x="85282" y="111699"/>
                  <a:pt x="79568" y="116265"/>
                </a:cubicBezTo>
                <a:lnTo>
                  <a:pt x="59179" y="104494"/>
                </a:lnTo>
                <a:cubicBezTo>
                  <a:pt x="65790" y="100446"/>
                  <a:pt x="71558" y="96082"/>
                  <a:pt x="76354" y="91328"/>
                </a:cubicBezTo>
                <a:cubicBezTo>
                  <a:pt x="81205" y="86777"/>
                  <a:pt x="85084" y="81835"/>
                  <a:pt x="88119" y="76577"/>
                </a:cubicBezTo>
                <a:cubicBezTo>
                  <a:pt x="91081" y="71448"/>
                  <a:pt x="92681" y="66900"/>
                  <a:pt x="92514" y="63043"/>
                </a:cubicBezTo>
                <a:cubicBezTo>
                  <a:pt x="92348" y="59185"/>
                  <a:pt x="90726" y="56368"/>
                  <a:pt x="87391" y="54443"/>
                </a:cubicBezTo>
                <a:cubicBezTo>
                  <a:pt x="84570" y="52814"/>
                  <a:pt x="81670" y="52507"/>
                  <a:pt x="79020" y="53542"/>
                </a:cubicBezTo>
                <a:cubicBezTo>
                  <a:pt x="76371" y="54578"/>
                  <a:pt x="72685" y="57408"/>
                  <a:pt x="68145" y="62310"/>
                </a:cubicBezTo>
                <a:lnTo>
                  <a:pt x="60689" y="70486"/>
                </a:lnTo>
                <a:cubicBezTo>
                  <a:pt x="53233" y="78663"/>
                  <a:pt x="46103" y="83608"/>
                  <a:pt x="39226" y="85451"/>
                </a:cubicBezTo>
                <a:cubicBezTo>
                  <a:pt x="32349" y="87294"/>
                  <a:pt x="25265" y="85940"/>
                  <a:pt x="17828" y="81646"/>
                </a:cubicBezTo>
                <a:cubicBezTo>
                  <a:pt x="8595" y="76315"/>
                  <a:pt x="3117" y="69220"/>
                  <a:pt x="1595" y="60305"/>
                </a:cubicBezTo>
                <a:cubicBezTo>
                  <a:pt x="0" y="51519"/>
                  <a:pt x="2470" y="41319"/>
                  <a:pt x="8985" y="30034"/>
                </a:cubicBezTo>
                <a:cubicBezTo>
                  <a:pt x="11946" y="24905"/>
                  <a:pt x="15366" y="19869"/>
                  <a:pt x="19245" y="14928"/>
                </a:cubicBezTo>
                <a:cubicBezTo>
                  <a:pt x="23124" y="9986"/>
                  <a:pt x="27536" y="5010"/>
                  <a:pt x="3248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5EBDA-3123-4487-9424-B525086E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7" y="3762406"/>
            <a:ext cx="110863" cy="102903"/>
          </a:xfrm>
          <a:custGeom xmlns:a="http://schemas.openxmlformats.org/drawingml/2006/main">
            <a:pathLst>
              <a:path w="110863" h="102903">
                <a:moveTo>
                  <a:pt x="42830" y="95256"/>
                </a:moveTo>
                <a:lnTo>
                  <a:pt x="0" y="70528"/>
                </a:lnTo>
                <a:lnTo>
                  <a:pt x="13030" y="47959"/>
                </a:lnTo>
                <a:lnTo>
                  <a:pt x="20083" y="52031"/>
                </a:lnTo>
                <a:cubicBezTo>
                  <a:pt x="23930" y="54252"/>
                  <a:pt x="28601" y="57120"/>
                  <a:pt x="34371" y="60451"/>
                </a:cubicBezTo>
                <a:cubicBezTo>
                  <a:pt x="40142" y="63783"/>
                  <a:pt x="43989" y="66004"/>
                  <a:pt x="45784" y="67041"/>
                </a:cubicBezTo>
                <a:cubicBezTo>
                  <a:pt x="51426" y="70298"/>
                  <a:pt x="55604" y="72539"/>
                  <a:pt x="58188" y="73689"/>
                </a:cubicBezTo>
                <a:cubicBezTo>
                  <a:pt x="60901" y="74914"/>
                  <a:pt x="62992" y="75437"/>
                  <a:pt x="64462" y="75260"/>
                </a:cubicBezTo>
                <a:cubicBezTo>
                  <a:pt x="66519" y="75251"/>
                  <a:pt x="68340" y="74763"/>
                  <a:pt x="69998" y="73668"/>
                </a:cubicBezTo>
                <a:cubicBezTo>
                  <a:pt x="71582" y="72702"/>
                  <a:pt x="72929" y="71257"/>
                  <a:pt x="74113" y="69205"/>
                </a:cubicBezTo>
                <a:cubicBezTo>
                  <a:pt x="76779" y="64589"/>
                  <a:pt x="77130" y="59834"/>
                  <a:pt x="75095" y="55068"/>
                </a:cubicBezTo>
                <a:cubicBezTo>
                  <a:pt x="72985" y="50430"/>
                  <a:pt x="68798" y="46132"/>
                  <a:pt x="62386" y="42430"/>
                </a:cubicBezTo>
                <a:lnTo>
                  <a:pt x="27763" y="22441"/>
                </a:lnTo>
                <a:lnTo>
                  <a:pt x="40720" y="0"/>
                </a:lnTo>
                <a:lnTo>
                  <a:pt x="110863" y="40497"/>
                </a:lnTo>
                <a:lnTo>
                  <a:pt x="97907" y="62938"/>
                </a:lnTo>
                <a:lnTo>
                  <a:pt x="87777" y="57089"/>
                </a:lnTo>
                <a:cubicBezTo>
                  <a:pt x="89955" y="62793"/>
                  <a:pt x="90960" y="68160"/>
                  <a:pt x="90534" y="73044"/>
                </a:cubicBezTo>
                <a:cubicBezTo>
                  <a:pt x="90108" y="77927"/>
                  <a:pt x="88765" y="82623"/>
                  <a:pt x="86174" y="87111"/>
                </a:cubicBezTo>
                <a:cubicBezTo>
                  <a:pt x="81435" y="95318"/>
                  <a:pt x="75445" y="100066"/>
                  <a:pt x="68129" y="101485"/>
                </a:cubicBezTo>
                <a:cubicBezTo>
                  <a:pt x="60813" y="102903"/>
                  <a:pt x="52319" y="100735"/>
                  <a:pt x="42830" y="952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8FA2B-879F-4089-85DA-626AF2A6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790" y="3636545"/>
            <a:ext cx="135295" cy="144944"/>
          </a:xfrm>
          <a:custGeom xmlns:a="http://schemas.openxmlformats.org/drawingml/2006/main">
            <a:pathLst>
              <a:path w="135295" h="144944">
                <a:moveTo>
                  <a:pt x="49279" y="46041"/>
                </a:moveTo>
                <a:cubicBezTo>
                  <a:pt x="46548" y="40703"/>
                  <a:pt x="45267" y="35518"/>
                  <a:pt x="45180" y="30338"/>
                </a:cubicBezTo>
                <a:cubicBezTo>
                  <a:pt x="45093" y="25159"/>
                  <a:pt x="46456" y="20132"/>
                  <a:pt x="49195" y="15388"/>
                </a:cubicBezTo>
                <a:cubicBezTo>
                  <a:pt x="53786" y="7437"/>
                  <a:pt x="59904" y="2763"/>
                  <a:pt x="67220" y="1344"/>
                </a:cubicBezTo>
                <a:cubicBezTo>
                  <a:pt x="74664" y="0"/>
                  <a:pt x="83104" y="1966"/>
                  <a:pt x="92593" y="7445"/>
                </a:cubicBezTo>
                <a:lnTo>
                  <a:pt x="135295" y="32098"/>
                </a:lnTo>
                <a:lnTo>
                  <a:pt x="122265" y="54668"/>
                </a:lnTo>
                <a:lnTo>
                  <a:pt x="85718" y="33567"/>
                </a:lnTo>
                <a:cubicBezTo>
                  <a:pt x="85205" y="33271"/>
                  <a:pt x="84638" y="32773"/>
                  <a:pt x="84125" y="32477"/>
                </a:cubicBezTo>
                <a:cubicBezTo>
                  <a:pt x="83612" y="32181"/>
                  <a:pt x="82715" y="31662"/>
                  <a:pt x="81560" y="30996"/>
                </a:cubicBezTo>
                <a:cubicBezTo>
                  <a:pt x="76688" y="28183"/>
                  <a:pt x="72653" y="26879"/>
                  <a:pt x="69530" y="26957"/>
                </a:cubicBezTo>
                <a:cubicBezTo>
                  <a:pt x="66462" y="27237"/>
                  <a:pt x="63975" y="28879"/>
                  <a:pt x="62124" y="32085"/>
                </a:cubicBezTo>
                <a:cubicBezTo>
                  <a:pt x="59607" y="36445"/>
                  <a:pt x="59551" y="40687"/>
                  <a:pt x="61681" y="44994"/>
                </a:cubicBezTo>
                <a:cubicBezTo>
                  <a:pt x="63939" y="49376"/>
                  <a:pt x="68200" y="53545"/>
                  <a:pt x="74740" y="57321"/>
                </a:cubicBezTo>
                <a:lnTo>
                  <a:pt x="109234" y="77237"/>
                </a:lnTo>
                <a:lnTo>
                  <a:pt x="96204" y="99806"/>
                </a:lnTo>
                <a:lnTo>
                  <a:pt x="59658" y="78706"/>
                </a:lnTo>
                <a:cubicBezTo>
                  <a:pt x="51964" y="74263"/>
                  <a:pt x="46518" y="72145"/>
                  <a:pt x="43470" y="72095"/>
                </a:cubicBezTo>
                <a:cubicBezTo>
                  <a:pt x="40549" y="72119"/>
                  <a:pt x="37989" y="73889"/>
                  <a:pt x="36064" y="77223"/>
                </a:cubicBezTo>
                <a:cubicBezTo>
                  <a:pt x="33547" y="81583"/>
                  <a:pt x="33417" y="85954"/>
                  <a:pt x="35547" y="90261"/>
                </a:cubicBezTo>
                <a:cubicBezTo>
                  <a:pt x="37804" y="94642"/>
                  <a:pt x="42139" y="98683"/>
                  <a:pt x="48679" y="102459"/>
                </a:cubicBezTo>
                <a:lnTo>
                  <a:pt x="83174" y="122375"/>
                </a:lnTo>
                <a:lnTo>
                  <a:pt x="70144" y="144944"/>
                </a:lnTo>
                <a:lnTo>
                  <a:pt x="0" y="104446"/>
                </a:lnTo>
                <a:lnTo>
                  <a:pt x="13030" y="81877"/>
                </a:lnTo>
                <a:lnTo>
                  <a:pt x="23289" y="87800"/>
                </a:lnTo>
                <a:cubicBezTo>
                  <a:pt x="20997" y="82886"/>
                  <a:pt x="19898" y="77978"/>
                  <a:pt x="19919" y="73202"/>
                </a:cubicBezTo>
                <a:cubicBezTo>
                  <a:pt x="19941" y="68427"/>
                  <a:pt x="21136" y="63988"/>
                  <a:pt x="23653" y="59628"/>
                </a:cubicBezTo>
                <a:cubicBezTo>
                  <a:pt x="26392" y="54883"/>
                  <a:pt x="30118" y="51392"/>
                  <a:pt x="34573" y="49006"/>
                </a:cubicBezTo>
                <a:cubicBezTo>
                  <a:pt x="39028" y="46620"/>
                  <a:pt x="43991" y="45724"/>
                  <a:pt x="49279" y="46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6761D-AE18-4C48-A5F6-5D522C10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35" y="3502926"/>
            <a:ext cx="135295" cy="144944"/>
          </a:xfrm>
          <a:custGeom xmlns:a="http://schemas.openxmlformats.org/drawingml/2006/main">
            <a:pathLst>
              <a:path w="135295" h="144944">
                <a:moveTo>
                  <a:pt x="49279" y="46041"/>
                </a:moveTo>
                <a:cubicBezTo>
                  <a:pt x="46548" y="40703"/>
                  <a:pt x="45267" y="35518"/>
                  <a:pt x="45180" y="30338"/>
                </a:cubicBezTo>
                <a:cubicBezTo>
                  <a:pt x="45093" y="25159"/>
                  <a:pt x="46456" y="20132"/>
                  <a:pt x="49195" y="15388"/>
                </a:cubicBezTo>
                <a:cubicBezTo>
                  <a:pt x="53786" y="7437"/>
                  <a:pt x="59904" y="2763"/>
                  <a:pt x="67220" y="1344"/>
                </a:cubicBezTo>
                <a:cubicBezTo>
                  <a:pt x="74664" y="0"/>
                  <a:pt x="83104" y="1966"/>
                  <a:pt x="92593" y="7445"/>
                </a:cubicBezTo>
                <a:lnTo>
                  <a:pt x="135295" y="32098"/>
                </a:lnTo>
                <a:lnTo>
                  <a:pt x="122265" y="54668"/>
                </a:lnTo>
                <a:lnTo>
                  <a:pt x="85718" y="33567"/>
                </a:lnTo>
                <a:cubicBezTo>
                  <a:pt x="85205" y="33271"/>
                  <a:pt x="84638" y="32773"/>
                  <a:pt x="84125" y="32477"/>
                </a:cubicBezTo>
                <a:cubicBezTo>
                  <a:pt x="83612" y="32181"/>
                  <a:pt x="82715" y="31662"/>
                  <a:pt x="81560" y="30996"/>
                </a:cubicBezTo>
                <a:cubicBezTo>
                  <a:pt x="76688" y="28183"/>
                  <a:pt x="72653" y="26879"/>
                  <a:pt x="69530" y="26957"/>
                </a:cubicBezTo>
                <a:cubicBezTo>
                  <a:pt x="66462" y="27237"/>
                  <a:pt x="63975" y="28879"/>
                  <a:pt x="62124" y="32085"/>
                </a:cubicBezTo>
                <a:cubicBezTo>
                  <a:pt x="59607" y="36445"/>
                  <a:pt x="59551" y="40687"/>
                  <a:pt x="61681" y="44994"/>
                </a:cubicBezTo>
                <a:cubicBezTo>
                  <a:pt x="63939" y="49376"/>
                  <a:pt x="68200" y="53545"/>
                  <a:pt x="74740" y="57321"/>
                </a:cubicBezTo>
                <a:lnTo>
                  <a:pt x="109234" y="77237"/>
                </a:lnTo>
                <a:lnTo>
                  <a:pt x="96204" y="99806"/>
                </a:lnTo>
                <a:lnTo>
                  <a:pt x="59658" y="78706"/>
                </a:lnTo>
                <a:cubicBezTo>
                  <a:pt x="51964" y="74263"/>
                  <a:pt x="46518" y="72145"/>
                  <a:pt x="43470" y="72095"/>
                </a:cubicBezTo>
                <a:cubicBezTo>
                  <a:pt x="40549" y="72119"/>
                  <a:pt x="37989" y="73889"/>
                  <a:pt x="36064" y="77223"/>
                </a:cubicBezTo>
                <a:cubicBezTo>
                  <a:pt x="33547" y="81583"/>
                  <a:pt x="33417" y="85954"/>
                  <a:pt x="35547" y="90261"/>
                </a:cubicBezTo>
                <a:cubicBezTo>
                  <a:pt x="37804" y="94642"/>
                  <a:pt x="42139" y="98683"/>
                  <a:pt x="48679" y="102459"/>
                </a:cubicBezTo>
                <a:lnTo>
                  <a:pt x="83174" y="122375"/>
                </a:lnTo>
                <a:lnTo>
                  <a:pt x="70144" y="144944"/>
                </a:lnTo>
                <a:lnTo>
                  <a:pt x="0" y="104446"/>
                </a:lnTo>
                <a:lnTo>
                  <a:pt x="13030" y="81877"/>
                </a:lnTo>
                <a:lnTo>
                  <a:pt x="23289" y="87800"/>
                </a:lnTo>
                <a:cubicBezTo>
                  <a:pt x="20997" y="82886"/>
                  <a:pt x="19898" y="77978"/>
                  <a:pt x="19919" y="73202"/>
                </a:cubicBezTo>
                <a:cubicBezTo>
                  <a:pt x="19941" y="68427"/>
                  <a:pt x="21136" y="63988"/>
                  <a:pt x="23653" y="59628"/>
                </a:cubicBezTo>
                <a:cubicBezTo>
                  <a:pt x="26392" y="54883"/>
                  <a:pt x="30118" y="51392"/>
                  <a:pt x="34573" y="49006"/>
                </a:cubicBezTo>
                <a:cubicBezTo>
                  <a:pt x="39028" y="46620"/>
                  <a:pt x="43991" y="45724"/>
                  <a:pt x="49279" y="46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4B555-459C-4284-85C6-081CE89B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596" y="3417083"/>
            <a:ext cx="105608" cy="95082"/>
          </a:xfrm>
          <a:custGeom xmlns:a="http://schemas.openxmlformats.org/drawingml/2006/main">
            <a:pathLst>
              <a:path w="105608" h="95082">
                <a:moveTo>
                  <a:pt x="54295" y="47409"/>
                </a:moveTo>
                <a:cubicBezTo>
                  <a:pt x="51556" y="52153"/>
                  <a:pt x="50381" y="56262"/>
                  <a:pt x="50587" y="59459"/>
                </a:cubicBezTo>
                <a:cubicBezTo>
                  <a:pt x="50793" y="62656"/>
                  <a:pt x="52435" y="65142"/>
                  <a:pt x="55512" y="66919"/>
                </a:cubicBezTo>
                <a:cubicBezTo>
                  <a:pt x="58333" y="68548"/>
                  <a:pt x="61160" y="68983"/>
                  <a:pt x="63809" y="67948"/>
                </a:cubicBezTo>
                <a:cubicBezTo>
                  <a:pt x="66587" y="66987"/>
                  <a:pt x="68911" y="64738"/>
                  <a:pt x="70836" y="61404"/>
                </a:cubicBezTo>
                <a:cubicBezTo>
                  <a:pt x="73279" y="57172"/>
                  <a:pt x="73941" y="52767"/>
                  <a:pt x="72493" y="48169"/>
                </a:cubicBezTo>
                <a:cubicBezTo>
                  <a:pt x="71044" y="43571"/>
                  <a:pt x="68213" y="39886"/>
                  <a:pt x="63597" y="37220"/>
                </a:cubicBezTo>
                <a:lnTo>
                  <a:pt x="61032" y="35740"/>
                </a:lnTo>
                <a:lnTo>
                  <a:pt x="54295" y="47409"/>
                </a:lnTo>
                <a:close/>
                <a:moveTo>
                  <a:pt x="65599" y="8284"/>
                </a:moveTo>
                <a:lnTo>
                  <a:pt x="105608" y="31383"/>
                </a:lnTo>
                <a:lnTo>
                  <a:pt x="92578" y="53952"/>
                </a:lnTo>
                <a:lnTo>
                  <a:pt x="82191" y="47955"/>
                </a:lnTo>
                <a:cubicBezTo>
                  <a:pt x="84774" y="53550"/>
                  <a:pt x="85927" y="58661"/>
                  <a:pt x="85575" y="63416"/>
                </a:cubicBezTo>
                <a:cubicBezTo>
                  <a:pt x="85149" y="68300"/>
                  <a:pt x="83584" y="73380"/>
                  <a:pt x="80474" y="78766"/>
                </a:cubicBezTo>
                <a:cubicBezTo>
                  <a:pt x="76254" y="86076"/>
                  <a:pt x="70797" y="90790"/>
                  <a:pt x="63974" y="92835"/>
                </a:cubicBezTo>
                <a:cubicBezTo>
                  <a:pt x="57205" y="95082"/>
                  <a:pt x="50433" y="94078"/>
                  <a:pt x="43636" y="90154"/>
                </a:cubicBezTo>
                <a:cubicBezTo>
                  <a:pt x="35429" y="85416"/>
                  <a:pt x="31031" y="79115"/>
                  <a:pt x="30442" y="71252"/>
                </a:cubicBezTo>
                <a:cubicBezTo>
                  <a:pt x="29852" y="63389"/>
                  <a:pt x="33037" y="53430"/>
                  <a:pt x="40070" y="41248"/>
                </a:cubicBezTo>
                <a:lnTo>
                  <a:pt x="47696" y="28040"/>
                </a:lnTo>
                <a:lnTo>
                  <a:pt x="45901" y="27003"/>
                </a:lnTo>
                <a:cubicBezTo>
                  <a:pt x="42439" y="25004"/>
                  <a:pt x="39060" y="24934"/>
                  <a:pt x="35764" y="26793"/>
                </a:cubicBezTo>
                <a:cubicBezTo>
                  <a:pt x="32468" y="28652"/>
                  <a:pt x="29053" y="32493"/>
                  <a:pt x="25647" y="38392"/>
                </a:cubicBezTo>
                <a:cubicBezTo>
                  <a:pt x="22834" y="43265"/>
                  <a:pt x="20756" y="48049"/>
                  <a:pt x="19412" y="52745"/>
                </a:cubicBezTo>
                <a:cubicBezTo>
                  <a:pt x="18069" y="57441"/>
                  <a:pt x="17259" y="62102"/>
                  <a:pt x="17055" y="66601"/>
                </a:cubicBezTo>
                <a:lnTo>
                  <a:pt x="0" y="56754"/>
                </a:lnTo>
                <a:cubicBezTo>
                  <a:pt x="1585" y="51343"/>
                  <a:pt x="3427" y="46080"/>
                  <a:pt x="5599" y="40837"/>
                </a:cubicBezTo>
                <a:cubicBezTo>
                  <a:pt x="7899" y="35668"/>
                  <a:pt x="10328" y="30573"/>
                  <a:pt x="13141" y="25700"/>
                </a:cubicBezTo>
                <a:cubicBezTo>
                  <a:pt x="20397" y="13134"/>
                  <a:pt x="28218" y="5510"/>
                  <a:pt x="36477" y="2755"/>
                </a:cubicBezTo>
                <a:cubicBezTo>
                  <a:pt x="44735" y="0"/>
                  <a:pt x="54443" y="1843"/>
                  <a:pt x="65599" y="8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E6BFA-65D1-4E23-B91F-FFDB0674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28" y="3334338"/>
            <a:ext cx="83100" cy="93226"/>
          </a:xfrm>
          <a:custGeom xmlns:a="http://schemas.openxmlformats.org/drawingml/2006/main">
            <a:pathLst>
              <a:path w="83100" h="93226">
                <a:moveTo>
                  <a:pt x="49165" y="11698"/>
                </a:moveTo>
                <a:cubicBezTo>
                  <a:pt x="47083" y="13231"/>
                  <a:pt x="45331" y="14784"/>
                  <a:pt x="43708" y="16412"/>
                </a:cubicBezTo>
                <a:cubicBezTo>
                  <a:pt x="42213" y="18113"/>
                  <a:pt x="40846" y="19889"/>
                  <a:pt x="39735" y="21812"/>
                </a:cubicBezTo>
                <a:cubicBezTo>
                  <a:pt x="36403" y="27583"/>
                  <a:pt x="35736" y="33181"/>
                  <a:pt x="37549" y="38332"/>
                </a:cubicBezTo>
                <a:cubicBezTo>
                  <a:pt x="39491" y="43557"/>
                  <a:pt x="43860" y="48131"/>
                  <a:pt x="50785" y="52129"/>
                </a:cubicBezTo>
                <a:lnTo>
                  <a:pt x="83100" y="70786"/>
                </a:lnTo>
                <a:lnTo>
                  <a:pt x="70144" y="93226"/>
                </a:lnTo>
                <a:lnTo>
                  <a:pt x="0" y="52729"/>
                </a:lnTo>
                <a:lnTo>
                  <a:pt x="12956" y="30288"/>
                </a:lnTo>
                <a:lnTo>
                  <a:pt x="24497" y="36951"/>
                </a:lnTo>
                <a:cubicBezTo>
                  <a:pt x="21510" y="31465"/>
                  <a:pt x="20026" y="26334"/>
                  <a:pt x="20196" y="21303"/>
                </a:cubicBezTo>
                <a:cubicBezTo>
                  <a:pt x="20291" y="16399"/>
                  <a:pt x="21728" y="11245"/>
                  <a:pt x="24764" y="5987"/>
                </a:cubicBezTo>
                <a:cubicBezTo>
                  <a:pt x="25208" y="5218"/>
                  <a:pt x="25780" y="4523"/>
                  <a:pt x="26299" y="3625"/>
                </a:cubicBezTo>
                <a:cubicBezTo>
                  <a:pt x="26743" y="2855"/>
                  <a:pt x="27611" y="1647"/>
                  <a:pt x="28904" y="0"/>
                </a:cubicBezTo>
                <a:lnTo>
                  <a:pt x="49165" y="11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F3F84-2852-4FD9-842A-7B62F374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297" y="3253320"/>
            <a:ext cx="116777" cy="124892"/>
          </a:xfrm>
          <a:custGeom xmlns:a="http://schemas.openxmlformats.org/drawingml/2006/main">
            <a:pathLst>
              <a:path w="116777" h="124892">
                <a:moveTo>
                  <a:pt x="0" y="79761"/>
                </a:moveTo>
                <a:lnTo>
                  <a:pt x="12956" y="57320"/>
                </a:lnTo>
                <a:lnTo>
                  <a:pt x="71414" y="65937"/>
                </a:lnTo>
                <a:lnTo>
                  <a:pt x="33094" y="22441"/>
                </a:lnTo>
                <a:lnTo>
                  <a:pt x="46050" y="0"/>
                </a:lnTo>
                <a:lnTo>
                  <a:pt x="105705" y="73767"/>
                </a:lnTo>
                <a:cubicBezTo>
                  <a:pt x="111623" y="81287"/>
                  <a:pt x="115138" y="87932"/>
                  <a:pt x="115994" y="93556"/>
                </a:cubicBezTo>
                <a:cubicBezTo>
                  <a:pt x="116777" y="99308"/>
                  <a:pt x="115408" y="105528"/>
                  <a:pt x="111707" y="111940"/>
                </a:cubicBezTo>
                <a:lnTo>
                  <a:pt x="104229" y="124892"/>
                </a:lnTo>
                <a:lnTo>
                  <a:pt x="89482" y="116378"/>
                </a:lnTo>
                <a:lnTo>
                  <a:pt x="93554" y="109325"/>
                </a:lnTo>
                <a:cubicBezTo>
                  <a:pt x="95701" y="105606"/>
                  <a:pt x="96615" y="102543"/>
                  <a:pt x="96497" y="100081"/>
                </a:cubicBezTo>
                <a:cubicBezTo>
                  <a:pt x="96251" y="97546"/>
                  <a:pt x="94812" y="95005"/>
                  <a:pt x="92326" y="92202"/>
                </a:cubicBezTo>
                <a:lnTo>
                  <a:pt x="90773" y="90450"/>
                </a:lnTo>
                <a:lnTo>
                  <a:pt x="0" y="797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FACE6-3F38-4697-92F1-8B4B7C22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282" y="3192719"/>
            <a:ext cx="10" cy="21594"/>
          </a:xfrm>
          <a:custGeom xmlns:a="http://schemas.openxmlformats.org/drawingml/2006/main">
            <a:pathLst>
              <a:path w="1" h="21594">
                <a:moveTo>
                  <a:pt x="0" y="0"/>
                </a:moveTo>
                <a:lnTo>
                  <a:pt x="0" y="215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66A72-15E7-4401-98BE-19A500D5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282" y="3192719"/>
            <a:ext cx="10" cy="21594"/>
          </a:xfrm>
          <a:custGeom xmlns:a="http://schemas.openxmlformats.org/drawingml/2006/main">
            <a:pathLst>
              <a:path w="1" h="21594" fill="none">
                <a:moveTo>
                  <a:pt x="0" y="0"/>
                </a:moveTo>
                <a:lnTo>
                  <a:pt x="0" y="21594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0475A-F094-420E-B729-4E14E3E2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19" y="4129968"/>
            <a:ext cx="107401" cy="118986"/>
          </a:xfrm>
          <a:custGeom xmlns:a="http://schemas.openxmlformats.org/drawingml/2006/main">
            <a:pathLst>
              <a:path w="107401" h="118986">
                <a:moveTo>
                  <a:pt x="0" y="65014"/>
                </a:moveTo>
                <a:lnTo>
                  <a:pt x="37536" y="0"/>
                </a:lnTo>
                <a:lnTo>
                  <a:pt x="55745" y="10513"/>
                </a:lnTo>
                <a:lnTo>
                  <a:pt x="32128" y="51419"/>
                </a:lnTo>
                <a:lnTo>
                  <a:pt x="49568" y="61488"/>
                </a:lnTo>
                <a:lnTo>
                  <a:pt x="71778" y="23018"/>
                </a:lnTo>
                <a:lnTo>
                  <a:pt x="89987" y="33531"/>
                </a:lnTo>
                <a:lnTo>
                  <a:pt x="67777" y="72001"/>
                </a:lnTo>
                <a:lnTo>
                  <a:pt x="107401" y="94878"/>
                </a:lnTo>
                <a:lnTo>
                  <a:pt x="93482" y="118986"/>
                </a:lnTo>
                <a:lnTo>
                  <a:pt x="0" y="65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E5BDB-E102-4215-8216-D385BF73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024" y="4058485"/>
            <a:ext cx="110863" cy="102903"/>
          </a:xfrm>
          <a:custGeom xmlns:a="http://schemas.openxmlformats.org/drawingml/2006/main">
            <a:pathLst>
              <a:path w="110863" h="102903">
                <a:moveTo>
                  <a:pt x="42830" y="95256"/>
                </a:moveTo>
                <a:lnTo>
                  <a:pt x="0" y="70528"/>
                </a:lnTo>
                <a:lnTo>
                  <a:pt x="13030" y="47959"/>
                </a:lnTo>
                <a:lnTo>
                  <a:pt x="20083" y="52031"/>
                </a:lnTo>
                <a:cubicBezTo>
                  <a:pt x="23930" y="54252"/>
                  <a:pt x="28601" y="57120"/>
                  <a:pt x="34371" y="60451"/>
                </a:cubicBezTo>
                <a:cubicBezTo>
                  <a:pt x="40142" y="63783"/>
                  <a:pt x="43989" y="66004"/>
                  <a:pt x="45784" y="67041"/>
                </a:cubicBezTo>
                <a:cubicBezTo>
                  <a:pt x="51426" y="70298"/>
                  <a:pt x="55604" y="72539"/>
                  <a:pt x="58188" y="73689"/>
                </a:cubicBezTo>
                <a:cubicBezTo>
                  <a:pt x="60901" y="74914"/>
                  <a:pt x="62992" y="75437"/>
                  <a:pt x="64462" y="75260"/>
                </a:cubicBezTo>
                <a:cubicBezTo>
                  <a:pt x="66519" y="75251"/>
                  <a:pt x="68340" y="74763"/>
                  <a:pt x="69998" y="73668"/>
                </a:cubicBezTo>
                <a:cubicBezTo>
                  <a:pt x="71582" y="72702"/>
                  <a:pt x="72929" y="71257"/>
                  <a:pt x="74113" y="69205"/>
                </a:cubicBezTo>
                <a:cubicBezTo>
                  <a:pt x="76779" y="64589"/>
                  <a:pt x="77130" y="59834"/>
                  <a:pt x="75095" y="55068"/>
                </a:cubicBezTo>
                <a:cubicBezTo>
                  <a:pt x="72985" y="50430"/>
                  <a:pt x="68798" y="46132"/>
                  <a:pt x="62386" y="42430"/>
                </a:cubicBezTo>
                <a:lnTo>
                  <a:pt x="27763" y="22441"/>
                </a:lnTo>
                <a:lnTo>
                  <a:pt x="40720" y="0"/>
                </a:lnTo>
                <a:lnTo>
                  <a:pt x="110863" y="40497"/>
                </a:lnTo>
                <a:lnTo>
                  <a:pt x="97907" y="62938"/>
                </a:lnTo>
                <a:lnTo>
                  <a:pt x="87777" y="57089"/>
                </a:lnTo>
                <a:cubicBezTo>
                  <a:pt x="89955" y="62793"/>
                  <a:pt x="90960" y="68160"/>
                  <a:pt x="90534" y="73044"/>
                </a:cubicBezTo>
                <a:cubicBezTo>
                  <a:pt x="90108" y="77927"/>
                  <a:pt x="88765" y="82623"/>
                  <a:pt x="86174" y="87111"/>
                </a:cubicBezTo>
                <a:cubicBezTo>
                  <a:pt x="81435" y="95318"/>
                  <a:pt x="75445" y="100066"/>
                  <a:pt x="68129" y="101485"/>
                </a:cubicBezTo>
                <a:cubicBezTo>
                  <a:pt x="60813" y="102903"/>
                  <a:pt x="52319" y="100735"/>
                  <a:pt x="42830" y="952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FB387-E71A-4EEB-B561-ECC46220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182" y="3974813"/>
            <a:ext cx="110863" cy="102627"/>
          </a:xfrm>
          <a:custGeom xmlns:a="http://schemas.openxmlformats.org/drawingml/2006/main">
            <a:pathLst>
              <a:path w="110863" h="102627">
                <a:moveTo>
                  <a:pt x="68161" y="7445"/>
                </a:moveTo>
                <a:lnTo>
                  <a:pt x="110863" y="32098"/>
                </a:lnTo>
                <a:lnTo>
                  <a:pt x="97833" y="54668"/>
                </a:lnTo>
                <a:lnTo>
                  <a:pt x="90908" y="50670"/>
                </a:lnTo>
                <a:lnTo>
                  <a:pt x="65133" y="35788"/>
                </a:lnTo>
                <a:cubicBezTo>
                  <a:pt x="59106" y="32309"/>
                  <a:pt x="54929" y="30068"/>
                  <a:pt x="52473" y="28992"/>
                </a:cubicBezTo>
                <a:cubicBezTo>
                  <a:pt x="50016" y="27916"/>
                  <a:pt x="48053" y="27466"/>
                  <a:pt x="46529" y="27441"/>
                </a:cubicBezTo>
                <a:cubicBezTo>
                  <a:pt x="44600" y="27524"/>
                  <a:pt x="42780" y="28012"/>
                  <a:pt x="41122" y="29106"/>
                </a:cubicBezTo>
                <a:cubicBezTo>
                  <a:pt x="39464" y="30201"/>
                  <a:pt x="37915" y="31700"/>
                  <a:pt x="36878" y="33495"/>
                </a:cubicBezTo>
                <a:cubicBezTo>
                  <a:pt x="34139" y="38240"/>
                  <a:pt x="33787" y="42995"/>
                  <a:pt x="35897" y="47633"/>
                </a:cubicBezTo>
                <a:cubicBezTo>
                  <a:pt x="37933" y="52399"/>
                  <a:pt x="42193" y="56569"/>
                  <a:pt x="48605" y="60270"/>
                </a:cubicBezTo>
                <a:lnTo>
                  <a:pt x="83100" y="80186"/>
                </a:lnTo>
                <a:lnTo>
                  <a:pt x="70144" y="102627"/>
                </a:lnTo>
                <a:lnTo>
                  <a:pt x="0" y="62129"/>
                </a:lnTo>
                <a:lnTo>
                  <a:pt x="12956" y="39689"/>
                </a:lnTo>
                <a:lnTo>
                  <a:pt x="23215" y="45611"/>
                </a:lnTo>
                <a:cubicBezTo>
                  <a:pt x="21036" y="39908"/>
                  <a:pt x="20086" y="34743"/>
                  <a:pt x="20384" y="29786"/>
                </a:cubicBezTo>
                <a:cubicBezTo>
                  <a:pt x="20681" y="24828"/>
                  <a:pt x="22098" y="20004"/>
                  <a:pt x="24764" y="15388"/>
                </a:cubicBezTo>
                <a:cubicBezTo>
                  <a:pt x="29428" y="7309"/>
                  <a:pt x="35546" y="2634"/>
                  <a:pt x="42862" y="1216"/>
                </a:cubicBezTo>
                <a:cubicBezTo>
                  <a:pt x="50233" y="0"/>
                  <a:pt x="58672" y="1966"/>
                  <a:pt x="68161" y="74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611B2-B796-4DF2-AE6F-C5D3A0D8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18" y="3890219"/>
            <a:ext cx="91893" cy="89421"/>
          </a:xfrm>
          <a:custGeom xmlns:a="http://schemas.openxmlformats.org/drawingml/2006/main">
            <a:pathLst>
              <a:path w="91893" h="89421">
                <a:moveTo>
                  <a:pt x="25981" y="0"/>
                </a:moveTo>
                <a:lnTo>
                  <a:pt x="44319" y="10587"/>
                </a:lnTo>
                <a:cubicBezTo>
                  <a:pt x="40490" y="12480"/>
                  <a:pt x="37174" y="14669"/>
                  <a:pt x="34372" y="17155"/>
                </a:cubicBezTo>
                <a:cubicBezTo>
                  <a:pt x="31569" y="19640"/>
                  <a:pt x="29205" y="22550"/>
                  <a:pt x="27354" y="25755"/>
                </a:cubicBezTo>
                <a:cubicBezTo>
                  <a:pt x="23726" y="32039"/>
                  <a:pt x="22837" y="38022"/>
                  <a:pt x="24428" y="43558"/>
                </a:cubicBezTo>
                <a:cubicBezTo>
                  <a:pt x="25946" y="49221"/>
                  <a:pt x="30113" y="53850"/>
                  <a:pt x="36652" y="57625"/>
                </a:cubicBezTo>
                <a:cubicBezTo>
                  <a:pt x="43321" y="61475"/>
                  <a:pt x="49412" y="62770"/>
                  <a:pt x="55076" y="61252"/>
                </a:cubicBezTo>
                <a:cubicBezTo>
                  <a:pt x="60665" y="59863"/>
                  <a:pt x="65274" y="56026"/>
                  <a:pt x="68902" y="49743"/>
                </a:cubicBezTo>
                <a:cubicBezTo>
                  <a:pt x="70901" y="46281"/>
                  <a:pt x="72313" y="42650"/>
                  <a:pt x="73138" y="38852"/>
                </a:cubicBezTo>
                <a:cubicBezTo>
                  <a:pt x="73889" y="35182"/>
                  <a:pt x="74053" y="31345"/>
                  <a:pt x="73556" y="27467"/>
                </a:cubicBezTo>
                <a:lnTo>
                  <a:pt x="91893" y="38054"/>
                </a:lnTo>
                <a:cubicBezTo>
                  <a:pt x="91102" y="42385"/>
                  <a:pt x="89927" y="46494"/>
                  <a:pt x="88495" y="50455"/>
                </a:cubicBezTo>
                <a:cubicBezTo>
                  <a:pt x="86935" y="54341"/>
                  <a:pt x="85247" y="58154"/>
                  <a:pt x="83174" y="61744"/>
                </a:cubicBezTo>
                <a:cubicBezTo>
                  <a:pt x="75844" y="74440"/>
                  <a:pt x="66938" y="82463"/>
                  <a:pt x="56380" y="85942"/>
                </a:cubicBezTo>
                <a:cubicBezTo>
                  <a:pt x="45822" y="89421"/>
                  <a:pt x="34719" y="87627"/>
                  <a:pt x="23178" y="80964"/>
                </a:cubicBezTo>
                <a:cubicBezTo>
                  <a:pt x="11637" y="74301"/>
                  <a:pt x="4660" y="65656"/>
                  <a:pt x="2266" y="54699"/>
                </a:cubicBezTo>
                <a:cubicBezTo>
                  <a:pt x="0" y="43816"/>
                  <a:pt x="2367" y="32017"/>
                  <a:pt x="9696" y="19322"/>
                </a:cubicBezTo>
                <a:cubicBezTo>
                  <a:pt x="11769" y="15732"/>
                  <a:pt x="14227" y="12363"/>
                  <a:pt x="16941" y="9143"/>
                </a:cubicBezTo>
                <a:cubicBezTo>
                  <a:pt x="19655" y="5922"/>
                  <a:pt x="22626" y="2850"/>
                  <a:pt x="259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993EC-B046-47F7-BDB7-947D42A9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816" y="3746966"/>
            <a:ext cx="142197" cy="117477"/>
          </a:xfrm>
          <a:custGeom xmlns:a="http://schemas.openxmlformats.org/drawingml/2006/main">
            <a:pathLst>
              <a:path w="142197" h="117477">
                <a:moveTo>
                  <a:pt x="61187" y="53181"/>
                </a:moveTo>
                <a:cubicBezTo>
                  <a:pt x="64074" y="48180"/>
                  <a:pt x="65250" y="44071"/>
                  <a:pt x="64585" y="40780"/>
                </a:cubicBezTo>
                <a:cubicBezTo>
                  <a:pt x="64048" y="37564"/>
                  <a:pt x="61637" y="34633"/>
                  <a:pt x="57277" y="32116"/>
                </a:cubicBezTo>
                <a:cubicBezTo>
                  <a:pt x="53045" y="29673"/>
                  <a:pt x="49301" y="29050"/>
                  <a:pt x="46247" y="30193"/>
                </a:cubicBezTo>
                <a:cubicBezTo>
                  <a:pt x="43193" y="31337"/>
                  <a:pt x="40095" y="34335"/>
                  <a:pt x="37207" y="39336"/>
                </a:cubicBezTo>
                <a:lnTo>
                  <a:pt x="31358" y="49467"/>
                </a:lnTo>
                <a:lnTo>
                  <a:pt x="55338" y="63311"/>
                </a:lnTo>
                <a:lnTo>
                  <a:pt x="61187" y="53181"/>
                </a:lnTo>
                <a:close/>
                <a:moveTo>
                  <a:pt x="72008" y="72936"/>
                </a:moveTo>
                <a:lnTo>
                  <a:pt x="107401" y="93370"/>
                </a:lnTo>
                <a:lnTo>
                  <a:pt x="93482" y="117477"/>
                </a:lnTo>
                <a:lnTo>
                  <a:pt x="0" y="63506"/>
                </a:lnTo>
                <a:lnTo>
                  <a:pt x="21248" y="26703"/>
                </a:lnTo>
                <a:cubicBezTo>
                  <a:pt x="28356" y="14392"/>
                  <a:pt x="35718" y="6674"/>
                  <a:pt x="43153" y="3273"/>
                </a:cubicBezTo>
                <a:cubicBezTo>
                  <a:pt x="50514" y="0"/>
                  <a:pt x="58757" y="826"/>
                  <a:pt x="67605" y="5935"/>
                </a:cubicBezTo>
                <a:cubicBezTo>
                  <a:pt x="73760" y="9489"/>
                  <a:pt x="78001" y="13989"/>
                  <a:pt x="80273" y="19233"/>
                </a:cubicBezTo>
                <a:cubicBezTo>
                  <a:pt x="82472" y="24606"/>
                  <a:pt x="82830" y="30797"/>
                  <a:pt x="81220" y="37732"/>
                </a:cubicBezTo>
                <a:cubicBezTo>
                  <a:pt x="83914" y="34842"/>
                  <a:pt x="87412" y="32929"/>
                  <a:pt x="91457" y="31846"/>
                </a:cubicBezTo>
                <a:cubicBezTo>
                  <a:pt x="95631" y="30836"/>
                  <a:pt x="101161" y="30438"/>
                  <a:pt x="108102" y="30854"/>
                </a:cubicBezTo>
                <a:lnTo>
                  <a:pt x="142197" y="33100"/>
                </a:lnTo>
                <a:lnTo>
                  <a:pt x="127390" y="58747"/>
                </a:lnTo>
                <a:lnTo>
                  <a:pt x="97591" y="56759"/>
                </a:lnTo>
                <a:cubicBezTo>
                  <a:pt x="91642" y="56402"/>
                  <a:pt x="87029" y="56987"/>
                  <a:pt x="83902" y="58259"/>
                </a:cubicBezTo>
                <a:cubicBezTo>
                  <a:pt x="80902" y="59605"/>
                  <a:pt x="78153" y="62292"/>
                  <a:pt x="75932" y="66139"/>
                </a:cubicBezTo>
                <a:lnTo>
                  <a:pt x="72008" y="72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233E0-48A2-45D0-AB7C-C00F7881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196" y="3668213"/>
            <a:ext cx="95784" cy="92020"/>
          </a:xfrm>
          <a:custGeom xmlns:a="http://schemas.openxmlformats.org/drawingml/2006/main">
            <a:pathLst>
              <a:path w="95784" h="92020">
                <a:moveTo>
                  <a:pt x="66676" y="8141"/>
                </a:moveTo>
                <a:lnTo>
                  <a:pt x="73088" y="11843"/>
                </a:lnTo>
                <a:lnTo>
                  <a:pt x="42808" y="64291"/>
                </a:lnTo>
                <a:cubicBezTo>
                  <a:pt x="48361" y="66813"/>
                  <a:pt x="53447" y="67185"/>
                  <a:pt x="57937" y="65331"/>
                </a:cubicBezTo>
                <a:cubicBezTo>
                  <a:pt x="62480" y="63680"/>
                  <a:pt x="66354" y="59933"/>
                  <a:pt x="69760" y="54034"/>
                </a:cubicBezTo>
                <a:cubicBezTo>
                  <a:pt x="72425" y="49417"/>
                  <a:pt x="74597" y="44174"/>
                  <a:pt x="76074" y="38359"/>
                </a:cubicBezTo>
                <a:cubicBezTo>
                  <a:pt x="77477" y="32672"/>
                  <a:pt x="78258" y="26284"/>
                  <a:pt x="78473" y="19397"/>
                </a:cubicBezTo>
                <a:lnTo>
                  <a:pt x="95784" y="29392"/>
                </a:lnTo>
                <a:cubicBezTo>
                  <a:pt x="94726" y="35962"/>
                  <a:pt x="93101" y="42034"/>
                  <a:pt x="90964" y="47810"/>
                </a:cubicBezTo>
                <a:cubicBezTo>
                  <a:pt x="88880" y="53788"/>
                  <a:pt x="86357" y="59342"/>
                  <a:pt x="83322" y="64600"/>
                </a:cubicBezTo>
                <a:cubicBezTo>
                  <a:pt x="75992" y="77295"/>
                  <a:pt x="67086" y="85318"/>
                  <a:pt x="56602" y="88669"/>
                </a:cubicBezTo>
                <a:cubicBezTo>
                  <a:pt x="46119" y="92020"/>
                  <a:pt x="35143" y="90300"/>
                  <a:pt x="23474" y="83562"/>
                </a:cubicBezTo>
                <a:cubicBezTo>
                  <a:pt x="12061" y="76973"/>
                  <a:pt x="5084" y="68329"/>
                  <a:pt x="2542" y="57628"/>
                </a:cubicBezTo>
                <a:cubicBezTo>
                  <a:pt x="0" y="46928"/>
                  <a:pt x="2145" y="35514"/>
                  <a:pt x="9104" y="23460"/>
                </a:cubicBezTo>
                <a:cubicBezTo>
                  <a:pt x="15471" y="12432"/>
                  <a:pt x="23839" y="5637"/>
                  <a:pt x="34357" y="2818"/>
                </a:cubicBezTo>
                <a:cubicBezTo>
                  <a:pt x="44875" y="0"/>
                  <a:pt x="55648" y="1774"/>
                  <a:pt x="66676" y="8141"/>
                </a:cubicBezTo>
                <a:close/>
                <a:moveTo>
                  <a:pt x="45913" y="26929"/>
                </a:moveTo>
                <a:cubicBezTo>
                  <a:pt x="41681" y="24486"/>
                  <a:pt x="37478" y="23770"/>
                  <a:pt x="33507" y="24725"/>
                </a:cubicBezTo>
                <a:cubicBezTo>
                  <a:pt x="29461" y="25809"/>
                  <a:pt x="26200" y="28201"/>
                  <a:pt x="23905" y="32176"/>
                </a:cubicBezTo>
                <a:cubicBezTo>
                  <a:pt x="21388" y="36536"/>
                  <a:pt x="20597" y="40867"/>
                  <a:pt x="21479" y="44966"/>
                </a:cubicBezTo>
                <a:cubicBezTo>
                  <a:pt x="22360" y="49066"/>
                  <a:pt x="24860" y="52732"/>
                  <a:pt x="29106" y="56038"/>
                </a:cubicBezTo>
                <a:lnTo>
                  <a:pt x="45913" y="269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F2BE3-E896-4D12-9C8C-A274C855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766" y="3577161"/>
            <a:ext cx="110863" cy="102627"/>
          </a:xfrm>
          <a:custGeom xmlns:a="http://schemas.openxmlformats.org/drawingml/2006/main">
            <a:pathLst>
              <a:path w="110863" h="102627">
                <a:moveTo>
                  <a:pt x="68161" y="7445"/>
                </a:moveTo>
                <a:lnTo>
                  <a:pt x="110863" y="32098"/>
                </a:lnTo>
                <a:lnTo>
                  <a:pt x="97833" y="54668"/>
                </a:lnTo>
                <a:lnTo>
                  <a:pt x="90908" y="50670"/>
                </a:lnTo>
                <a:lnTo>
                  <a:pt x="65133" y="35788"/>
                </a:lnTo>
                <a:cubicBezTo>
                  <a:pt x="59106" y="32309"/>
                  <a:pt x="54929" y="30068"/>
                  <a:pt x="52473" y="28992"/>
                </a:cubicBezTo>
                <a:cubicBezTo>
                  <a:pt x="50016" y="27916"/>
                  <a:pt x="48053" y="27466"/>
                  <a:pt x="46529" y="27441"/>
                </a:cubicBezTo>
                <a:cubicBezTo>
                  <a:pt x="44600" y="27524"/>
                  <a:pt x="42780" y="28012"/>
                  <a:pt x="41122" y="29106"/>
                </a:cubicBezTo>
                <a:cubicBezTo>
                  <a:pt x="39464" y="30201"/>
                  <a:pt x="37915" y="31700"/>
                  <a:pt x="36878" y="33495"/>
                </a:cubicBezTo>
                <a:cubicBezTo>
                  <a:pt x="34139" y="38240"/>
                  <a:pt x="33787" y="42995"/>
                  <a:pt x="35897" y="47633"/>
                </a:cubicBezTo>
                <a:cubicBezTo>
                  <a:pt x="37933" y="52399"/>
                  <a:pt x="42193" y="56569"/>
                  <a:pt x="48605" y="60270"/>
                </a:cubicBezTo>
                <a:lnTo>
                  <a:pt x="83100" y="80186"/>
                </a:lnTo>
                <a:lnTo>
                  <a:pt x="70144" y="102627"/>
                </a:lnTo>
                <a:lnTo>
                  <a:pt x="0" y="62129"/>
                </a:lnTo>
                <a:lnTo>
                  <a:pt x="12956" y="39689"/>
                </a:lnTo>
                <a:lnTo>
                  <a:pt x="23215" y="45611"/>
                </a:lnTo>
                <a:cubicBezTo>
                  <a:pt x="21036" y="39908"/>
                  <a:pt x="20086" y="34743"/>
                  <a:pt x="20384" y="29786"/>
                </a:cubicBezTo>
                <a:cubicBezTo>
                  <a:pt x="20681" y="24828"/>
                  <a:pt x="22098" y="20004"/>
                  <a:pt x="24764" y="15388"/>
                </a:cubicBezTo>
                <a:cubicBezTo>
                  <a:pt x="29428" y="7309"/>
                  <a:pt x="35546" y="2634"/>
                  <a:pt x="42862" y="1216"/>
                </a:cubicBezTo>
                <a:cubicBezTo>
                  <a:pt x="50233" y="0"/>
                  <a:pt x="58672" y="1966"/>
                  <a:pt x="68161" y="74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05788-86B5-478B-99C9-116DB8C0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921" y="3491447"/>
            <a:ext cx="105608" cy="95082"/>
          </a:xfrm>
          <a:custGeom xmlns:a="http://schemas.openxmlformats.org/drawingml/2006/main">
            <a:pathLst>
              <a:path w="105608" h="95082">
                <a:moveTo>
                  <a:pt x="54295" y="47409"/>
                </a:moveTo>
                <a:cubicBezTo>
                  <a:pt x="51556" y="52153"/>
                  <a:pt x="50381" y="56262"/>
                  <a:pt x="50587" y="59459"/>
                </a:cubicBezTo>
                <a:cubicBezTo>
                  <a:pt x="50793" y="62656"/>
                  <a:pt x="52435" y="65142"/>
                  <a:pt x="55512" y="66919"/>
                </a:cubicBezTo>
                <a:cubicBezTo>
                  <a:pt x="58333" y="68548"/>
                  <a:pt x="61160" y="68983"/>
                  <a:pt x="63809" y="67948"/>
                </a:cubicBezTo>
                <a:cubicBezTo>
                  <a:pt x="66587" y="66987"/>
                  <a:pt x="68911" y="64738"/>
                  <a:pt x="70836" y="61404"/>
                </a:cubicBezTo>
                <a:cubicBezTo>
                  <a:pt x="73279" y="57172"/>
                  <a:pt x="73941" y="52767"/>
                  <a:pt x="72493" y="48169"/>
                </a:cubicBezTo>
                <a:cubicBezTo>
                  <a:pt x="71044" y="43571"/>
                  <a:pt x="68213" y="39886"/>
                  <a:pt x="63597" y="37220"/>
                </a:cubicBezTo>
                <a:lnTo>
                  <a:pt x="61032" y="35740"/>
                </a:lnTo>
                <a:lnTo>
                  <a:pt x="54295" y="47409"/>
                </a:lnTo>
                <a:close/>
                <a:moveTo>
                  <a:pt x="65599" y="8284"/>
                </a:moveTo>
                <a:lnTo>
                  <a:pt x="105608" y="31383"/>
                </a:lnTo>
                <a:lnTo>
                  <a:pt x="92578" y="53952"/>
                </a:lnTo>
                <a:lnTo>
                  <a:pt x="82191" y="47955"/>
                </a:lnTo>
                <a:cubicBezTo>
                  <a:pt x="84774" y="53550"/>
                  <a:pt x="85927" y="58661"/>
                  <a:pt x="85575" y="63416"/>
                </a:cubicBezTo>
                <a:cubicBezTo>
                  <a:pt x="85149" y="68300"/>
                  <a:pt x="83584" y="73380"/>
                  <a:pt x="80474" y="78766"/>
                </a:cubicBezTo>
                <a:cubicBezTo>
                  <a:pt x="76254" y="86076"/>
                  <a:pt x="70797" y="90790"/>
                  <a:pt x="63974" y="92835"/>
                </a:cubicBezTo>
                <a:cubicBezTo>
                  <a:pt x="57205" y="95082"/>
                  <a:pt x="50433" y="94078"/>
                  <a:pt x="43636" y="90154"/>
                </a:cubicBezTo>
                <a:cubicBezTo>
                  <a:pt x="35429" y="85416"/>
                  <a:pt x="31031" y="79115"/>
                  <a:pt x="30442" y="71252"/>
                </a:cubicBezTo>
                <a:cubicBezTo>
                  <a:pt x="29852" y="63389"/>
                  <a:pt x="33037" y="53430"/>
                  <a:pt x="40070" y="41248"/>
                </a:cubicBezTo>
                <a:lnTo>
                  <a:pt x="47696" y="28040"/>
                </a:lnTo>
                <a:lnTo>
                  <a:pt x="45901" y="27003"/>
                </a:lnTo>
                <a:cubicBezTo>
                  <a:pt x="42439" y="25004"/>
                  <a:pt x="39060" y="24934"/>
                  <a:pt x="35764" y="26793"/>
                </a:cubicBezTo>
                <a:cubicBezTo>
                  <a:pt x="32468" y="28652"/>
                  <a:pt x="29053" y="32493"/>
                  <a:pt x="25647" y="38392"/>
                </a:cubicBezTo>
                <a:cubicBezTo>
                  <a:pt x="22834" y="43265"/>
                  <a:pt x="20756" y="48049"/>
                  <a:pt x="19412" y="52745"/>
                </a:cubicBezTo>
                <a:cubicBezTo>
                  <a:pt x="18069" y="57441"/>
                  <a:pt x="17259" y="62102"/>
                  <a:pt x="17055" y="66601"/>
                </a:cubicBezTo>
                <a:lnTo>
                  <a:pt x="0" y="56754"/>
                </a:lnTo>
                <a:cubicBezTo>
                  <a:pt x="1585" y="51343"/>
                  <a:pt x="3427" y="46080"/>
                  <a:pt x="5599" y="40837"/>
                </a:cubicBezTo>
                <a:cubicBezTo>
                  <a:pt x="7899" y="35668"/>
                  <a:pt x="10328" y="30573"/>
                  <a:pt x="13141" y="25700"/>
                </a:cubicBezTo>
                <a:cubicBezTo>
                  <a:pt x="20397" y="13134"/>
                  <a:pt x="28218" y="5510"/>
                  <a:pt x="36477" y="2755"/>
                </a:cubicBezTo>
                <a:cubicBezTo>
                  <a:pt x="44735" y="0"/>
                  <a:pt x="54443" y="1843"/>
                  <a:pt x="65599" y="8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2FB16-6FA4-4685-B81A-4F910A3C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379" y="3357112"/>
            <a:ext cx="135295" cy="144944"/>
          </a:xfrm>
          <a:custGeom xmlns:a="http://schemas.openxmlformats.org/drawingml/2006/main">
            <a:pathLst>
              <a:path w="135295" h="144944">
                <a:moveTo>
                  <a:pt x="49279" y="46041"/>
                </a:moveTo>
                <a:cubicBezTo>
                  <a:pt x="46548" y="40703"/>
                  <a:pt x="45267" y="35518"/>
                  <a:pt x="45180" y="30338"/>
                </a:cubicBezTo>
                <a:cubicBezTo>
                  <a:pt x="45093" y="25159"/>
                  <a:pt x="46456" y="20132"/>
                  <a:pt x="49195" y="15388"/>
                </a:cubicBezTo>
                <a:cubicBezTo>
                  <a:pt x="53786" y="7437"/>
                  <a:pt x="59904" y="2763"/>
                  <a:pt x="67220" y="1344"/>
                </a:cubicBezTo>
                <a:cubicBezTo>
                  <a:pt x="74664" y="0"/>
                  <a:pt x="83104" y="1966"/>
                  <a:pt x="92593" y="7445"/>
                </a:cubicBezTo>
                <a:lnTo>
                  <a:pt x="135295" y="32098"/>
                </a:lnTo>
                <a:lnTo>
                  <a:pt x="122265" y="54668"/>
                </a:lnTo>
                <a:lnTo>
                  <a:pt x="85718" y="33567"/>
                </a:lnTo>
                <a:cubicBezTo>
                  <a:pt x="85205" y="33271"/>
                  <a:pt x="84638" y="32773"/>
                  <a:pt x="84125" y="32477"/>
                </a:cubicBezTo>
                <a:cubicBezTo>
                  <a:pt x="83612" y="32181"/>
                  <a:pt x="82715" y="31662"/>
                  <a:pt x="81560" y="30996"/>
                </a:cubicBezTo>
                <a:cubicBezTo>
                  <a:pt x="76688" y="28183"/>
                  <a:pt x="72653" y="26879"/>
                  <a:pt x="69530" y="26957"/>
                </a:cubicBezTo>
                <a:cubicBezTo>
                  <a:pt x="66462" y="27237"/>
                  <a:pt x="63975" y="28879"/>
                  <a:pt x="62124" y="32085"/>
                </a:cubicBezTo>
                <a:cubicBezTo>
                  <a:pt x="59607" y="36445"/>
                  <a:pt x="59551" y="40687"/>
                  <a:pt x="61681" y="44994"/>
                </a:cubicBezTo>
                <a:cubicBezTo>
                  <a:pt x="63939" y="49376"/>
                  <a:pt x="68200" y="53545"/>
                  <a:pt x="74740" y="57321"/>
                </a:cubicBezTo>
                <a:lnTo>
                  <a:pt x="109234" y="77237"/>
                </a:lnTo>
                <a:lnTo>
                  <a:pt x="96204" y="99806"/>
                </a:lnTo>
                <a:lnTo>
                  <a:pt x="59658" y="78706"/>
                </a:lnTo>
                <a:cubicBezTo>
                  <a:pt x="51964" y="74263"/>
                  <a:pt x="46518" y="72145"/>
                  <a:pt x="43470" y="72095"/>
                </a:cubicBezTo>
                <a:cubicBezTo>
                  <a:pt x="40549" y="72119"/>
                  <a:pt x="37989" y="73889"/>
                  <a:pt x="36064" y="77223"/>
                </a:cubicBezTo>
                <a:cubicBezTo>
                  <a:pt x="33547" y="81583"/>
                  <a:pt x="33417" y="85954"/>
                  <a:pt x="35547" y="90261"/>
                </a:cubicBezTo>
                <a:cubicBezTo>
                  <a:pt x="37804" y="94642"/>
                  <a:pt x="42139" y="98683"/>
                  <a:pt x="48679" y="102459"/>
                </a:cubicBezTo>
                <a:lnTo>
                  <a:pt x="83174" y="122375"/>
                </a:lnTo>
                <a:lnTo>
                  <a:pt x="70144" y="144944"/>
                </a:lnTo>
                <a:lnTo>
                  <a:pt x="0" y="104446"/>
                </a:lnTo>
                <a:lnTo>
                  <a:pt x="13030" y="81877"/>
                </a:lnTo>
                <a:lnTo>
                  <a:pt x="23289" y="87800"/>
                </a:lnTo>
                <a:cubicBezTo>
                  <a:pt x="20997" y="82886"/>
                  <a:pt x="19898" y="77978"/>
                  <a:pt x="19919" y="73202"/>
                </a:cubicBezTo>
                <a:cubicBezTo>
                  <a:pt x="19941" y="68427"/>
                  <a:pt x="21136" y="63988"/>
                  <a:pt x="23653" y="59628"/>
                </a:cubicBezTo>
                <a:cubicBezTo>
                  <a:pt x="26392" y="54883"/>
                  <a:pt x="30118" y="51392"/>
                  <a:pt x="34573" y="49006"/>
                </a:cubicBezTo>
                <a:cubicBezTo>
                  <a:pt x="39028" y="46620"/>
                  <a:pt x="43991" y="45724"/>
                  <a:pt x="49279" y="46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598C1-8150-4A0E-978F-0D9BA8A8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225" y="3269793"/>
            <a:ext cx="95784" cy="92020"/>
          </a:xfrm>
          <a:custGeom xmlns:a="http://schemas.openxmlformats.org/drawingml/2006/main">
            <a:pathLst>
              <a:path w="95784" h="92020">
                <a:moveTo>
                  <a:pt x="66676" y="8141"/>
                </a:moveTo>
                <a:lnTo>
                  <a:pt x="73088" y="11843"/>
                </a:lnTo>
                <a:lnTo>
                  <a:pt x="42808" y="64291"/>
                </a:lnTo>
                <a:cubicBezTo>
                  <a:pt x="48361" y="66813"/>
                  <a:pt x="53447" y="67185"/>
                  <a:pt x="57937" y="65331"/>
                </a:cubicBezTo>
                <a:cubicBezTo>
                  <a:pt x="62480" y="63680"/>
                  <a:pt x="66354" y="59933"/>
                  <a:pt x="69760" y="54034"/>
                </a:cubicBezTo>
                <a:cubicBezTo>
                  <a:pt x="72425" y="49417"/>
                  <a:pt x="74597" y="44174"/>
                  <a:pt x="76074" y="38359"/>
                </a:cubicBezTo>
                <a:cubicBezTo>
                  <a:pt x="77477" y="32672"/>
                  <a:pt x="78258" y="26284"/>
                  <a:pt x="78473" y="19397"/>
                </a:cubicBezTo>
                <a:lnTo>
                  <a:pt x="95784" y="29392"/>
                </a:lnTo>
                <a:cubicBezTo>
                  <a:pt x="94726" y="35962"/>
                  <a:pt x="93101" y="42034"/>
                  <a:pt x="90964" y="47810"/>
                </a:cubicBezTo>
                <a:cubicBezTo>
                  <a:pt x="88880" y="53788"/>
                  <a:pt x="86357" y="59342"/>
                  <a:pt x="83322" y="64600"/>
                </a:cubicBezTo>
                <a:cubicBezTo>
                  <a:pt x="75992" y="77295"/>
                  <a:pt x="67086" y="85318"/>
                  <a:pt x="56602" y="88669"/>
                </a:cubicBezTo>
                <a:cubicBezTo>
                  <a:pt x="46119" y="92020"/>
                  <a:pt x="35143" y="90300"/>
                  <a:pt x="23474" y="83562"/>
                </a:cubicBezTo>
                <a:cubicBezTo>
                  <a:pt x="12061" y="76973"/>
                  <a:pt x="5084" y="68329"/>
                  <a:pt x="2542" y="57628"/>
                </a:cubicBezTo>
                <a:cubicBezTo>
                  <a:pt x="0" y="46928"/>
                  <a:pt x="2145" y="35514"/>
                  <a:pt x="9104" y="23460"/>
                </a:cubicBezTo>
                <a:cubicBezTo>
                  <a:pt x="15471" y="12432"/>
                  <a:pt x="23839" y="5637"/>
                  <a:pt x="34357" y="2818"/>
                </a:cubicBezTo>
                <a:cubicBezTo>
                  <a:pt x="44875" y="0"/>
                  <a:pt x="55648" y="1774"/>
                  <a:pt x="66676" y="8141"/>
                </a:cubicBezTo>
                <a:close/>
                <a:moveTo>
                  <a:pt x="45913" y="26929"/>
                </a:moveTo>
                <a:cubicBezTo>
                  <a:pt x="41681" y="24486"/>
                  <a:pt x="37478" y="23770"/>
                  <a:pt x="33507" y="24725"/>
                </a:cubicBezTo>
                <a:cubicBezTo>
                  <a:pt x="29461" y="25809"/>
                  <a:pt x="26200" y="28201"/>
                  <a:pt x="23905" y="32176"/>
                </a:cubicBezTo>
                <a:cubicBezTo>
                  <a:pt x="21388" y="36536"/>
                  <a:pt x="20597" y="40867"/>
                  <a:pt x="21479" y="44966"/>
                </a:cubicBezTo>
                <a:cubicBezTo>
                  <a:pt x="22360" y="49066"/>
                  <a:pt x="24860" y="52732"/>
                  <a:pt x="29106" y="56038"/>
                </a:cubicBezTo>
                <a:lnTo>
                  <a:pt x="45913" y="269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75F4B0-4F84-40D7-8025-BE59528C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205" y="3192719"/>
            <a:ext cx="10" cy="21594"/>
          </a:xfrm>
          <a:custGeom xmlns:a="http://schemas.openxmlformats.org/drawingml/2006/main">
            <a:pathLst>
              <a:path w="1" h="21594">
                <a:moveTo>
                  <a:pt x="0" y="0"/>
                </a:moveTo>
                <a:lnTo>
                  <a:pt x="0" y="215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03F9C-7B10-473E-8696-78DB50C1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205" y="3192719"/>
            <a:ext cx="10" cy="21594"/>
          </a:xfrm>
          <a:custGeom xmlns:a="http://schemas.openxmlformats.org/drawingml/2006/main">
            <a:pathLst>
              <a:path w="1" h="21594" fill="none">
                <a:moveTo>
                  <a:pt x="0" y="0"/>
                </a:moveTo>
                <a:lnTo>
                  <a:pt x="0" y="21594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AD1E0-D2FA-4DE2-912D-57433F6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06" y="4010992"/>
            <a:ext cx="130056" cy="117319"/>
          </a:xfrm>
          <a:custGeom xmlns:a="http://schemas.openxmlformats.org/drawingml/2006/main">
            <a:pathLst>
              <a:path w="130056" h="117319">
                <a:moveTo>
                  <a:pt x="0" y="97970"/>
                </a:moveTo>
                <a:lnTo>
                  <a:pt x="13993" y="73734"/>
                </a:lnTo>
                <a:lnTo>
                  <a:pt x="97271" y="88816"/>
                </a:lnTo>
                <a:lnTo>
                  <a:pt x="42570" y="24236"/>
                </a:lnTo>
                <a:lnTo>
                  <a:pt x="56563" y="0"/>
                </a:lnTo>
                <a:lnTo>
                  <a:pt x="130056" y="88595"/>
                </a:lnTo>
                <a:lnTo>
                  <a:pt x="113472" y="117319"/>
                </a:lnTo>
                <a:lnTo>
                  <a:pt x="0" y="979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98F05D-C8C2-4E13-A1CC-4EDF53C1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290" y="3963525"/>
            <a:ext cx="105608" cy="95082"/>
          </a:xfrm>
          <a:custGeom xmlns:a="http://schemas.openxmlformats.org/drawingml/2006/main">
            <a:pathLst>
              <a:path w="105608" h="95082">
                <a:moveTo>
                  <a:pt x="54295" y="47409"/>
                </a:moveTo>
                <a:cubicBezTo>
                  <a:pt x="51556" y="52153"/>
                  <a:pt x="50381" y="56262"/>
                  <a:pt x="50587" y="59459"/>
                </a:cubicBezTo>
                <a:cubicBezTo>
                  <a:pt x="50793" y="62656"/>
                  <a:pt x="52435" y="65142"/>
                  <a:pt x="55512" y="66919"/>
                </a:cubicBezTo>
                <a:cubicBezTo>
                  <a:pt x="58333" y="68548"/>
                  <a:pt x="61160" y="68983"/>
                  <a:pt x="63809" y="67948"/>
                </a:cubicBezTo>
                <a:cubicBezTo>
                  <a:pt x="66587" y="66987"/>
                  <a:pt x="68911" y="64738"/>
                  <a:pt x="70836" y="61404"/>
                </a:cubicBezTo>
                <a:cubicBezTo>
                  <a:pt x="73279" y="57172"/>
                  <a:pt x="73941" y="52767"/>
                  <a:pt x="72493" y="48169"/>
                </a:cubicBezTo>
                <a:cubicBezTo>
                  <a:pt x="71044" y="43571"/>
                  <a:pt x="68213" y="39886"/>
                  <a:pt x="63597" y="37220"/>
                </a:cubicBezTo>
                <a:lnTo>
                  <a:pt x="61032" y="35740"/>
                </a:lnTo>
                <a:lnTo>
                  <a:pt x="54295" y="47409"/>
                </a:lnTo>
                <a:close/>
                <a:moveTo>
                  <a:pt x="65599" y="8284"/>
                </a:moveTo>
                <a:lnTo>
                  <a:pt x="105608" y="31383"/>
                </a:lnTo>
                <a:lnTo>
                  <a:pt x="92578" y="53952"/>
                </a:lnTo>
                <a:lnTo>
                  <a:pt x="82191" y="47955"/>
                </a:lnTo>
                <a:cubicBezTo>
                  <a:pt x="84774" y="53550"/>
                  <a:pt x="85927" y="58661"/>
                  <a:pt x="85575" y="63416"/>
                </a:cubicBezTo>
                <a:cubicBezTo>
                  <a:pt x="85149" y="68300"/>
                  <a:pt x="83584" y="73380"/>
                  <a:pt x="80474" y="78766"/>
                </a:cubicBezTo>
                <a:cubicBezTo>
                  <a:pt x="76254" y="86076"/>
                  <a:pt x="70797" y="90790"/>
                  <a:pt x="63974" y="92835"/>
                </a:cubicBezTo>
                <a:cubicBezTo>
                  <a:pt x="57205" y="95082"/>
                  <a:pt x="50433" y="94078"/>
                  <a:pt x="43636" y="90154"/>
                </a:cubicBezTo>
                <a:cubicBezTo>
                  <a:pt x="35429" y="85416"/>
                  <a:pt x="31031" y="79115"/>
                  <a:pt x="30442" y="71252"/>
                </a:cubicBezTo>
                <a:cubicBezTo>
                  <a:pt x="29852" y="63389"/>
                  <a:pt x="33037" y="53430"/>
                  <a:pt x="40070" y="41248"/>
                </a:cubicBezTo>
                <a:lnTo>
                  <a:pt x="47696" y="28040"/>
                </a:lnTo>
                <a:lnTo>
                  <a:pt x="45901" y="27003"/>
                </a:lnTo>
                <a:cubicBezTo>
                  <a:pt x="42439" y="25004"/>
                  <a:pt x="39060" y="24934"/>
                  <a:pt x="35764" y="26793"/>
                </a:cubicBezTo>
                <a:cubicBezTo>
                  <a:pt x="32468" y="28652"/>
                  <a:pt x="29053" y="32493"/>
                  <a:pt x="25647" y="38392"/>
                </a:cubicBezTo>
                <a:cubicBezTo>
                  <a:pt x="22834" y="43265"/>
                  <a:pt x="20756" y="48049"/>
                  <a:pt x="19412" y="52745"/>
                </a:cubicBezTo>
                <a:cubicBezTo>
                  <a:pt x="18069" y="57441"/>
                  <a:pt x="17259" y="62102"/>
                  <a:pt x="17055" y="66601"/>
                </a:cubicBezTo>
                <a:lnTo>
                  <a:pt x="0" y="56754"/>
                </a:lnTo>
                <a:cubicBezTo>
                  <a:pt x="1585" y="51343"/>
                  <a:pt x="3427" y="46080"/>
                  <a:pt x="5599" y="40837"/>
                </a:cubicBezTo>
                <a:cubicBezTo>
                  <a:pt x="7899" y="35668"/>
                  <a:pt x="10328" y="30573"/>
                  <a:pt x="13141" y="25700"/>
                </a:cubicBezTo>
                <a:cubicBezTo>
                  <a:pt x="20397" y="13134"/>
                  <a:pt x="28218" y="5510"/>
                  <a:pt x="36477" y="2755"/>
                </a:cubicBezTo>
                <a:cubicBezTo>
                  <a:pt x="44735" y="0"/>
                  <a:pt x="54443" y="1843"/>
                  <a:pt x="65599" y="8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5EBB0-0D2C-4D17-B6D2-48C8029C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822" y="3880780"/>
            <a:ext cx="83100" cy="93226"/>
          </a:xfrm>
          <a:custGeom xmlns:a="http://schemas.openxmlformats.org/drawingml/2006/main">
            <a:pathLst>
              <a:path w="83100" h="93226">
                <a:moveTo>
                  <a:pt x="49165" y="11698"/>
                </a:moveTo>
                <a:cubicBezTo>
                  <a:pt x="47083" y="13231"/>
                  <a:pt x="45331" y="14784"/>
                  <a:pt x="43708" y="16412"/>
                </a:cubicBezTo>
                <a:cubicBezTo>
                  <a:pt x="42213" y="18113"/>
                  <a:pt x="40846" y="19889"/>
                  <a:pt x="39735" y="21812"/>
                </a:cubicBezTo>
                <a:cubicBezTo>
                  <a:pt x="36403" y="27583"/>
                  <a:pt x="35736" y="33181"/>
                  <a:pt x="37549" y="38332"/>
                </a:cubicBezTo>
                <a:cubicBezTo>
                  <a:pt x="39491" y="43557"/>
                  <a:pt x="43860" y="48131"/>
                  <a:pt x="50785" y="52129"/>
                </a:cubicBezTo>
                <a:lnTo>
                  <a:pt x="83100" y="70786"/>
                </a:lnTo>
                <a:lnTo>
                  <a:pt x="70144" y="93226"/>
                </a:lnTo>
                <a:lnTo>
                  <a:pt x="0" y="52729"/>
                </a:lnTo>
                <a:lnTo>
                  <a:pt x="12956" y="30288"/>
                </a:lnTo>
                <a:lnTo>
                  <a:pt x="24497" y="36951"/>
                </a:lnTo>
                <a:cubicBezTo>
                  <a:pt x="21510" y="31465"/>
                  <a:pt x="20026" y="26334"/>
                  <a:pt x="20196" y="21303"/>
                </a:cubicBezTo>
                <a:cubicBezTo>
                  <a:pt x="20291" y="16399"/>
                  <a:pt x="21728" y="11245"/>
                  <a:pt x="24764" y="5987"/>
                </a:cubicBezTo>
                <a:cubicBezTo>
                  <a:pt x="25208" y="5218"/>
                  <a:pt x="25780" y="4523"/>
                  <a:pt x="26299" y="3625"/>
                </a:cubicBezTo>
                <a:cubicBezTo>
                  <a:pt x="26743" y="2855"/>
                  <a:pt x="27611" y="1647"/>
                  <a:pt x="28904" y="0"/>
                </a:cubicBezTo>
                <a:lnTo>
                  <a:pt x="49165" y="11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8C428-8227-497A-8F02-7B959BD5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340" y="3747658"/>
            <a:ext cx="142197" cy="117477"/>
          </a:xfrm>
          <a:custGeom xmlns:a="http://schemas.openxmlformats.org/drawingml/2006/main">
            <a:pathLst>
              <a:path w="142197" h="117477">
                <a:moveTo>
                  <a:pt x="61187" y="53181"/>
                </a:moveTo>
                <a:cubicBezTo>
                  <a:pt x="64074" y="48180"/>
                  <a:pt x="65250" y="44071"/>
                  <a:pt x="64585" y="40780"/>
                </a:cubicBezTo>
                <a:cubicBezTo>
                  <a:pt x="64048" y="37564"/>
                  <a:pt x="61637" y="34633"/>
                  <a:pt x="57277" y="32116"/>
                </a:cubicBezTo>
                <a:cubicBezTo>
                  <a:pt x="53045" y="29673"/>
                  <a:pt x="49301" y="29050"/>
                  <a:pt x="46247" y="30193"/>
                </a:cubicBezTo>
                <a:cubicBezTo>
                  <a:pt x="43193" y="31337"/>
                  <a:pt x="40095" y="34335"/>
                  <a:pt x="37207" y="39336"/>
                </a:cubicBezTo>
                <a:lnTo>
                  <a:pt x="31358" y="49467"/>
                </a:lnTo>
                <a:lnTo>
                  <a:pt x="55338" y="63311"/>
                </a:lnTo>
                <a:lnTo>
                  <a:pt x="61187" y="53181"/>
                </a:lnTo>
                <a:close/>
                <a:moveTo>
                  <a:pt x="72008" y="72936"/>
                </a:moveTo>
                <a:lnTo>
                  <a:pt x="107401" y="93370"/>
                </a:lnTo>
                <a:lnTo>
                  <a:pt x="93482" y="117477"/>
                </a:lnTo>
                <a:lnTo>
                  <a:pt x="0" y="63506"/>
                </a:lnTo>
                <a:lnTo>
                  <a:pt x="21248" y="26703"/>
                </a:lnTo>
                <a:cubicBezTo>
                  <a:pt x="28356" y="14392"/>
                  <a:pt x="35718" y="6674"/>
                  <a:pt x="43153" y="3273"/>
                </a:cubicBezTo>
                <a:cubicBezTo>
                  <a:pt x="50514" y="0"/>
                  <a:pt x="58757" y="826"/>
                  <a:pt x="67605" y="5935"/>
                </a:cubicBezTo>
                <a:cubicBezTo>
                  <a:pt x="73760" y="9489"/>
                  <a:pt x="78001" y="13989"/>
                  <a:pt x="80273" y="19233"/>
                </a:cubicBezTo>
                <a:cubicBezTo>
                  <a:pt x="82472" y="24606"/>
                  <a:pt x="82830" y="30797"/>
                  <a:pt x="81220" y="37732"/>
                </a:cubicBezTo>
                <a:cubicBezTo>
                  <a:pt x="83914" y="34842"/>
                  <a:pt x="87412" y="32929"/>
                  <a:pt x="91457" y="31846"/>
                </a:cubicBezTo>
                <a:cubicBezTo>
                  <a:pt x="95631" y="30836"/>
                  <a:pt x="101161" y="30438"/>
                  <a:pt x="108102" y="30854"/>
                </a:cubicBezTo>
                <a:lnTo>
                  <a:pt x="142197" y="33100"/>
                </a:lnTo>
                <a:lnTo>
                  <a:pt x="127390" y="58747"/>
                </a:lnTo>
                <a:lnTo>
                  <a:pt x="97591" y="56759"/>
                </a:lnTo>
                <a:cubicBezTo>
                  <a:pt x="91642" y="56402"/>
                  <a:pt x="87029" y="56987"/>
                  <a:pt x="83902" y="58259"/>
                </a:cubicBezTo>
                <a:cubicBezTo>
                  <a:pt x="80902" y="59605"/>
                  <a:pt x="78153" y="62292"/>
                  <a:pt x="75932" y="66139"/>
                </a:cubicBezTo>
                <a:lnTo>
                  <a:pt x="72008" y="72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77662-8474-4766-92C3-958DD02C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720" y="3668905"/>
            <a:ext cx="95784" cy="92020"/>
          </a:xfrm>
          <a:custGeom xmlns:a="http://schemas.openxmlformats.org/drawingml/2006/main">
            <a:pathLst>
              <a:path w="95784" h="92020">
                <a:moveTo>
                  <a:pt x="66676" y="8141"/>
                </a:moveTo>
                <a:lnTo>
                  <a:pt x="73088" y="11843"/>
                </a:lnTo>
                <a:lnTo>
                  <a:pt x="42808" y="64291"/>
                </a:lnTo>
                <a:cubicBezTo>
                  <a:pt x="48361" y="66813"/>
                  <a:pt x="53447" y="67185"/>
                  <a:pt x="57937" y="65331"/>
                </a:cubicBezTo>
                <a:cubicBezTo>
                  <a:pt x="62480" y="63680"/>
                  <a:pt x="66354" y="59933"/>
                  <a:pt x="69760" y="54034"/>
                </a:cubicBezTo>
                <a:cubicBezTo>
                  <a:pt x="72425" y="49417"/>
                  <a:pt x="74597" y="44174"/>
                  <a:pt x="76074" y="38359"/>
                </a:cubicBezTo>
                <a:cubicBezTo>
                  <a:pt x="77477" y="32672"/>
                  <a:pt x="78258" y="26284"/>
                  <a:pt x="78473" y="19397"/>
                </a:cubicBezTo>
                <a:lnTo>
                  <a:pt x="95784" y="29392"/>
                </a:lnTo>
                <a:cubicBezTo>
                  <a:pt x="94726" y="35962"/>
                  <a:pt x="93101" y="42034"/>
                  <a:pt x="90964" y="47810"/>
                </a:cubicBezTo>
                <a:cubicBezTo>
                  <a:pt x="88880" y="53788"/>
                  <a:pt x="86357" y="59342"/>
                  <a:pt x="83322" y="64600"/>
                </a:cubicBezTo>
                <a:cubicBezTo>
                  <a:pt x="75992" y="77295"/>
                  <a:pt x="67086" y="85318"/>
                  <a:pt x="56602" y="88669"/>
                </a:cubicBezTo>
                <a:cubicBezTo>
                  <a:pt x="46119" y="92020"/>
                  <a:pt x="35143" y="90300"/>
                  <a:pt x="23474" y="83562"/>
                </a:cubicBezTo>
                <a:cubicBezTo>
                  <a:pt x="12061" y="76973"/>
                  <a:pt x="5084" y="68329"/>
                  <a:pt x="2542" y="57628"/>
                </a:cubicBezTo>
                <a:cubicBezTo>
                  <a:pt x="0" y="46928"/>
                  <a:pt x="2145" y="35514"/>
                  <a:pt x="9104" y="23460"/>
                </a:cubicBezTo>
                <a:cubicBezTo>
                  <a:pt x="15471" y="12432"/>
                  <a:pt x="23839" y="5637"/>
                  <a:pt x="34357" y="2818"/>
                </a:cubicBezTo>
                <a:cubicBezTo>
                  <a:pt x="44875" y="0"/>
                  <a:pt x="55648" y="1774"/>
                  <a:pt x="66676" y="8141"/>
                </a:cubicBezTo>
                <a:close/>
                <a:moveTo>
                  <a:pt x="45913" y="26929"/>
                </a:moveTo>
                <a:cubicBezTo>
                  <a:pt x="41681" y="24486"/>
                  <a:pt x="37478" y="23770"/>
                  <a:pt x="33507" y="24725"/>
                </a:cubicBezTo>
                <a:cubicBezTo>
                  <a:pt x="29461" y="25809"/>
                  <a:pt x="26200" y="28201"/>
                  <a:pt x="23905" y="32176"/>
                </a:cubicBezTo>
                <a:cubicBezTo>
                  <a:pt x="21388" y="36536"/>
                  <a:pt x="20597" y="40867"/>
                  <a:pt x="21479" y="44966"/>
                </a:cubicBezTo>
                <a:cubicBezTo>
                  <a:pt x="22360" y="49066"/>
                  <a:pt x="24860" y="52732"/>
                  <a:pt x="29106" y="56038"/>
                </a:cubicBezTo>
                <a:lnTo>
                  <a:pt x="45913" y="269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E910D-A87D-48C7-9851-92B886ED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290" y="3577853"/>
            <a:ext cx="110863" cy="102627"/>
          </a:xfrm>
          <a:custGeom xmlns:a="http://schemas.openxmlformats.org/drawingml/2006/main">
            <a:pathLst>
              <a:path w="110863" h="102627">
                <a:moveTo>
                  <a:pt x="68161" y="7445"/>
                </a:moveTo>
                <a:lnTo>
                  <a:pt x="110863" y="32098"/>
                </a:lnTo>
                <a:lnTo>
                  <a:pt x="97833" y="54668"/>
                </a:lnTo>
                <a:lnTo>
                  <a:pt x="90908" y="50670"/>
                </a:lnTo>
                <a:lnTo>
                  <a:pt x="65133" y="35788"/>
                </a:lnTo>
                <a:cubicBezTo>
                  <a:pt x="59106" y="32309"/>
                  <a:pt x="54929" y="30068"/>
                  <a:pt x="52473" y="28992"/>
                </a:cubicBezTo>
                <a:cubicBezTo>
                  <a:pt x="50016" y="27916"/>
                  <a:pt x="48053" y="27466"/>
                  <a:pt x="46529" y="27441"/>
                </a:cubicBezTo>
                <a:cubicBezTo>
                  <a:pt x="44600" y="27524"/>
                  <a:pt x="42780" y="28012"/>
                  <a:pt x="41122" y="29106"/>
                </a:cubicBezTo>
                <a:cubicBezTo>
                  <a:pt x="39464" y="30201"/>
                  <a:pt x="37915" y="31700"/>
                  <a:pt x="36878" y="33495"/>
                </a:cubicBezTo>
                <a:cubicBezTo>
                  <a:pt x="34139" y="38240"/>
                  <a:pt x="33787" y="42995"/>
                  <a:pt x="35897" y="47633"/>
                </a:cubicBezTo>
                <a:cubicBezTo>
                  <a:pt x="37933" y="52399"/>
                  <a:pt x="42193" y="56569"/>
                  <a:pt x="48605" y="60270"/>
                </a:cubicBezTo>
                <a:lnTo>
                  <a:pt x="83100" y="80186"/>
                </a:lnTo>
                <a:lnTo>
                  <a:pt x="70144" y="102627"/>
                </a:lnTo>
                <a:lnTo>
                  <a:pt x="0" y="62129"/>
                </a:lnTo>
                <a:lnTo>
                  <a:pt x="12956" y="39689"/>
                </a:lnTo>
                <a:lnTo>
                  <a:pt x="23215" y="45611"/>
                </a:lnTo>
                <a:cubicBezTo>
                  <a:pt x="21036" y="39908"/>
                  <a:pt x="20086" y="34743"/>
                  <a:pt x="20384" y="29786"/>
                </a:cubicBezTo>
                <a:cubicBezTo>
                  <a:pt x="20681" y="24828"/>
                  <a:pt x="22098" y="20004"/>
                  <a:pt x="24764" y="15388"/>
                </a:cubicBezTo>
                <a:cubicBezTo>
                  <a:pt x="29428" y="7309"/>
                  <a:pt x="35546" y="2634"/>
                  <a:pt x="42862" y="1216"/>
                </a:cubicBezTo>
                <a:cubicBezTo>
                  <a:pt x="50233" y="0"/>
                  <a:pt x="58672" y="1966"/>
                  <a:pt x="68161" y="74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D53FD-E3D3-4898-AE62-7C010C30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45" y="3492139"/>
            <a:ext cx="105608" cy="95082"/>
          </a:xfrm>
          <a:custGeom xmlns:a="http://schemas.openxmlformats.org/drawingml/2006/main">
            <a:pathLst>
              <a:path w="105608" h="95082">
                <a:moveTo>
                  <a:pt x="54295" y="47409"/>
                </a:moveTo>
                <a:cubicBezTo>
                  <a:pt x="51556" y="52153"/>
                  <a:pt x="50381" y="56262"/>
                  <a:pt x="50587" y="59459"/>
                </a:cubicBezTo>
                <a:cubicBezTo>
                  <a:pt x="50793" y="62656"/>
                  <a:pt x="52435" y="65142"/>
                  <a:pt x="55512" y="66919"/>
                </a:cubicBezTo>
                <a:cubicBezTo>
                  <a:pt x="58333" y="68548"/>
                  <a:pt x="61160" y="68983"/>
                  <a:pt x="63809" y="67948"/>
                </a:cubicBezTo>
                <a:cubicBezTo>
                  <a:pt x="66587" y="66987"/>
                  <a:pt x="68911" y="64738"/>
                  <a:pt x="70836" y="61404"/>
                </a:cubicBezTo>
                <a:cubicBezTo>
                  <a:pt x="73279" y="57172"/>
                  <a:pt x="73941" y="52767"/>
                  <a:pt x="72493" y="48169"/>
                </a:cubicBezTo>
                <a:cubicBezTo>
                  <a:pt x="71044" y="43571"/>
                  <a:pt x="68213" y="39886"/>
                  <a:pt x="63597" y="37220"/>
                </a:cubicBezTo>
                <a:lnTo>
                  <a:pt x="61032" y="35740"/>
                </a:lnTo>
                <a:lnTo>
                  <a:pt x="54295" y="47409"/>
                </a:lnTo>
                <a:close/>
                <a:moveTo>
                  <a:pt x="65599" y="8284"/>
                </a:moveTo>
                <a:lnTo>
                  <a:pt x="105608" y="31383"/>
                </a:lnTo>
                <a:lnTo>
                  <a:pt x="92578" y="53952"/>
                </a:lnTo>
                <a:lnTo>
                  <a:pt x="82191" y="47955"/>
                </a:lnTo>
                <a:cubicBezTo>
                  <a:pt x="84774" y="53550"/>
                  <a:pt x="85927" y="58661"/>
                  <a:pt x="85575" y="63416"/>
                </a:cubicBezTo>
                <a:cubicBezTo>
                  <a:pt x="85149" y="68300"/>
                  <a:pt x="83584" y="73380"/>
                  <a:pt x="80474" y="78766"/>
                </a:cubicBezTo>
                <a:cubicBezTo>
                  <a:pt x="76254" y="86076"/>
                  <a:pt x="70797" y="90790"/>
                  <a:pt x="63974" y="92835"/>
                </a:cubicBezTo>
                <a:cubicBezTo>
                  <a:pt x="57205" y="95082"/>
                  <a:pt x="50433" y="94078"/>
                  <a:pt x="43636" y="90154"/>
                </a:cubicBezTo>
                <a:cubicBezTo>
                  <a:pt x="35429" y="85416"/>
                  <a:pt x="31031" y="79115"/>
                  <a:pt x="30442" y="71252"/>
                </a:cubicBezTo>
                <a:cubicBezTo>
                  <a:pt x="29852" y="63389"/>
                  <a:pt x="33037" y="53430"/>
                  <a:pt x="40070" y="41248"/>
                </a:cubicBezTo>
                <a:lnTo>
                  <a:pt x="47696" y="28040"/>
                </a:lnTo>
                <a:lnTo>
                  <a:pt x="45901" y="27003"/>
                </a:lnTo>
                <a:cubicBezTo>
                  <a:pt x="42439" y="25004"/>
                  <a:pt x="39060" y="24934"/>
                  <a:pt x="35764" y="26793"/>
                </a:cubicBezTo>
                <a:cubicBezTo>
                  <a:pt x="32468" y="28652"/>
                  <a:pt x="29053" y="32493"/>
                  <a:pt x="25647" y="38392"/>
                </a:cubicBezTo>
                <a:cubicBezTo>
                  <a:pt x="22834" y="43265"/>
                  <a:pt x="20756" y="48049"/>
                  <a:pt x="19412" y="52745"/>
                </a:cubicBezTo>
                <a:cubicBezTo>
                  <a:pt x="18069" y="57441"/>
                  <a:pt x="17259" y="62102"/>
                  <a:pt x="17055" y="66601"/>
                </a:cubicBezTo>
                <a:lnTo>
                  <a:pt x="0" y="56754"/>
                </a:lnTo>
                <a:cubicBezTo>
                  <a:pt x="1585" y="51343"/>
                  <a:pt x="3427" y="46080"/>
                  <a:pt x="5599" y="40837"/>
                </a:cubicBezTo>
                <a:cubicBezTo>
                  <a:pt x="7899" y="35668"/>
                  <a:pt x="10328" y="30573"/>
                  <a:pt x="13141" y="25700"/>
                </a:cubicBezTo>
                <a:cubicBezTo>
                  <a:pt x="20397" y="13134"/>
                  <a:pt x="28218" y="5510"/>
                  <a:pt x="36477" y="2755"/>
                </a:cubicBezTo>
                <a:cubicBezTo>
                  <a:pt x="44735" y="0"/>
                  <a:pt x="54443" y="1843"/>
                  <a:pt x="65599" y="8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6D354-13A0-4703-8562-2504563F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903" y="3357805"/>
            <a:ext cx="135295" cy="144944"/>
          </a:xfrm>
          <a:custGeom xmlns:a="http://schemas.openxmlformats.org/drawingml/2006/main">
            <a:pathLst>
              <a:path w="135295" h="144944">
                <a:moveTo>
                  <a:pt x="49279" y="46041"/>
                </a:moveTo>
                <a:cubicBezTo>
                  <a:pt x="46548" y="40703"/>
                  <a:pt x="45267" y="35518"/>
                  <a:pt x="45180" y="30338"/>
                </a:cubicBezTo>
                <a:cubicBezTo>
                  <a:pt x="45093" y="25159"/>
                  <a:pt x="46456" y="20132"/>
                  <a:pt x="49195" y="15388"/>
                </a:cubicBezTo>
                <a:cubicBezTo>
                  <a:pt x="53786" y="7437"/>
                  <a:pt x="59904" y="2763"/>
                  <a:pt x="67220" y="1344"/>
                </a:cubicBezTo>
                <a:cubicBezTo>
                  <a:pt x="74664" y="0"/>
                  <a:pt x="83104" y="1966"/>
                  <a:pt x="92593" y="7445"/>
                </a:cubicBezTo>
                <a:lnTo>
                  <a:pt x="135295" y="32098"/>
                </a:lnTo>
                <a:lnTo>
                  <a:pt x="122265" y="54668"/>
                </a:lnTo>
                <a:lnTo>
                  <a:pt x="85718" y="33567"/>
                </a:lnTo>
                <a:cubicBezTo>
                  <a:pt x="85205" y="33271"/>
                  <a:pt x="84638" y="32773"/>
                  <a:pt x="84125" y="32477"/>
                </a:cubicBezTo>
                <a:cubicBezTo>
                  <a:pt x="83612" y="32181"/>
                  <a:pt x="82715" y="31662"/>
                  <a:pt x="81560" y="30996"/>
                </a:cubicBezTo>
                <a:cubicBezTo>
                  <a:pt x="76688" y="28183"/>
                  <a:pt x="72653" y="26879"/>
                  <a:pt x="69530" y="26957"/>
                </a:cubicBezTo>
                <a:cubicBezTo>
                  <a:pt x="66462" y="27237"/>
                  <a:pt x="63975" y="28879"/>
                  <a:pt x="62124" y="32085"/>
                </a:cubicBezTo>
                <a:cubicBezTo>
                  <a:pt x="59607" y="36445"/>
                  <a:pt x="59551" y="40687"/>
                  <a:pt x="61681" y="44994"/>
                </a:cubicBezTo>
                <a:cubicBezTo>
                  <a:pt x="63939" y="49376"/>
                  <a:pt x="68200" y="53545"/>
                  <a:pt x="74740" y="57321"/>
                </a:cubicBezTo>
                <a:lnTo>
                  <a:pt x="109234" y="77237"/>
                </a:lnTo>
                <a:lnTo>
                  <a:pt x="96204" y="99806"/>
                </a:lnTo>
                <a:lnTo>
                  <a:pt x="59658" y="78706"/>
                </a:lnTo>
                <a:cubicBezTo>
                  <a:pt x="51964" y="74263"/>
                  <a:pt x="46518" y="72145"/>
                  <a:pt x="43470" y="72095"/>
                </a:cubicBezTo>
                <a:cubicBezTo>
                  <a:pt x="40549" y="72119"/>
                  <a:pt x="37989" y="73889"/>
                  <a:pt x="36064" y="77223"/>
                </a:cubicBezTo>
                <a:cubicBezTo>
                  <a:pt x="33547" y="81583"/>
                  <a:pt x="33417" y="85954"/>
                  <a:pt x="35547" y="90261"/>
                </a:cubicBezTo>
                <a:cubicBezTo>
                  <a:pt x="37804" y="94642"/>
                  <a:pt x="42139" y="98683"/>
                  <a:pt x="48679" y="102459"/>
                </a:cubicBezTo>
                <a:lnTo>
                  <a:pt x="83174" y="122375"/>
                </a:lnTo>
                <a:lnTo>
                  <a:pt x="70144" y="144944"/>
                </a:lnTo>
                <a:lnTo>
                  <a:pt x="0" y="104446"/>
                </a:lnTo>
                <a:lnTo>
                  <a:pt x="13030" y="81877"/>
                </a:lnTo>
                <a:lnTo>
                  <a:pt x="23289" y="87800"/>
                </a:lnTo>
                <a:cubicBezTo>
                  <a:pt x="20997" y="82886"/>
                  <a:pt x="19898" y="77978"/>
                  <a:pt x="19919" y="73202"/>
                </a:cubicBezTo>
                <a:cubicBezTo>
                  <a:pt x="19941" y="68427"/>
                  <a:pt x="21136" y="63988"/>
                  <a:pt x="23653" y="59628"/>
                </a:cubicBezTo>
                <a:cubicBezTo>
                  <a:pt x="26392" y="54883"/>
                  <a:pt x="30118" y="51392"/>
                  <a:pt x="34573" y="49006"/>
                </a:cubicBezTo>
                <a:cubicBezTo>
                  <a:pt x="39028" y="46620"/>
                  <a:pt x="43991" y="45724"/>
                  <a:pt x="49279" y="46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0F59A-53C6-4D36-925B-9C88B4EF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748" y="3270485"/>
            <a:ext cx="95784" cy="92020"/>
          </a:xfrm>
          <a:custGeom xmlns:a="http://schemas.openxmlformats.org/drawingml/2006/main">
            <a:pathLst>
              <a:path w="95784" h="92020">
                <a:moveTo>
                  <a:pt x="66676" y="8141"/>
                </a:moveTo>
                <a:lnTo>
                  <a:pt x="73088" y="11843"/>
                </a:lnTo>
                <a:lnTo>
                  <a:pt x="42808" y="64291"/>
                </a:lnTo>
                <a:cubicBezTo>
                  <a:pt x="48361" y="66813"/>
                  <a:pt x="53447" y="67185"/>
                  <a:pt x="57937" y="65331"/>
                </a:cubicBezTo>
                <a:cubicBezTo>
                  <a:pt x="62480" y="63680"/>
                  <a:pt x="66354" y="59933"/>
                  <a:pt x="69760" y="54034"/>
                </a:cubicBezTo>
                <a:cubicBezTo>
                  <a:pt x="72425" y="49417"/>
                  <a:pt x="74597" y="44174"/>
                  <a:pt x="76074" y="38359"/>
                </a:cubicBezTo>
                <a:cubicBezTo>
                  <a:pt x="77477" y="32672"/>
                  <a:pt x="78258" y="26284"/>
                  <a:pt x="78473" y="19397"/>
                </a:cubicBezTo>
                <a:lnTo>
                  <a:pt x="95784" y="29392"/>
                </a:lnTo>
                <a:cubicBezTo>
                  <a:pt x="94726" y="35962"/>
                  <a:pt x="93101" y="42034"/>
                  <a:pt x="90964" y="47810"/>
                </a:cubicBezTo>
                <a:cubicBezTo>
                  <a:pt x="88880" y="53788"/>
                  <a:pt x="86357" y="59342"/>
                  <a:pt x="83322" y="64600"/>
                </a:cubicBezTo>
                <a:cubicBezTo>
                  <a:pt x="75992" y="77295"/>
                  <a:pt x="67086" y="85318"/>
                  <a:pt x="56602" y="88669"/>
                </a:cubicBezTo>
                <a:cubicBezTo>
                  <a:pt x="46119" y="92020"/>
                  <a:pt x="35143" y="90300"/>
                  <a:pt x="23474" y="83562"/>
                </a:cubicBezTo>
                <a:cubicBezTo>
                  <a:pt x="12061" y="76973"/>
                  <a:pt x="5084" y="68329"/>
                  <a:pt x="2542" y="57628"/>
                </a:cubicBezTo>
                <a:cubicBezTo>
                  <a:pt x="0" y="46928"/>
                  <a:pt x="2145" y="35514"/>
                  <a:pt x="9104" y="23460"/>
                </a:cubicBezTo>
                <a:cubicBezTo>
                  <a:pt x="15471" y="12432"/>
                  <a:pt x="23839" y="5637"/>
                  <a:pt x="34357" y="2818"/>
                </a:cubicBezTo>
                <a:cubicBezTo>
                  <a:pt x="44875" y="0"/>
                  <a:pt x="55648" y="1774"/>
                  <a:pt x="66676" y="8141"/>
                </a:cubicBezTo>
                <a:close/>
                <a:moveTo>
                  <a:pt x="45913" y="26929"/>
                </a:moveTo>
                <a:cubicBezTo>
                  <a:pt x="41681" y="24486"/>
                  <a:pt x="37478" y="23770"/>
                  <a:pt x="33507" y="24725"/>
                </a:cubicBezTo>
                <a:cubicBezTo>
                  <a:pt x="29461" y="25809"/>
                  <a:pt x="26200" y="28201"/>
                  <a:pt x="23905" y="32176"/>
                </a:cubicBezTo>
                <a:cubicBezTo>
                  <a:pt x="21388" y="36536"/>
                  <a:pt x="20597" y="40867"/>
                  <a:pt x="21479" y="44966"/>
                </a:cubicBezTo>
                <a:cubicBezTo>
                  <a:pt x="22360" y="49066"/>
                  <a:pt x="24860" y="52732"/>
                  <a:pt x="29106" y="56038"/>
                </a:cubicBezTo>
                <a:lnTo>
                  <a:pt x="45913" y="269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30BA1-583B-4BB0-92E3-B6EC4907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128" y="3192719"/>
            <a:ext cx="10" cy="21594"/>
          </a:xfrm>
          <a:custGeom xmlns:a="http://schemas.openxmlformats.org/drawingml/2006/main">
            <a:pathLst>
              <a:path w="1" h="21594">
                <a:moveTo>
                  <a:pt x="0" y="0"/>
                </a:moveTo>
                <a:lnTo>
                  <a:pt x="0" y="215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0FC79-9BD6-4357-A093-31BF6C26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128" y="3192719"/>
            <a:ext cx="10" cy="21594"/>
          </a:xfrm>
          <a:custGeom xmlns:a="http://schemas.openxmlformats.org/drawingml/2006/main">
            <a:pathLst>
              <a:path w="1" h="21594" fill="none">
                <a:moveTo>
                  <a:pt x="0" y="0"/>
                </a:moveTo>
                <a:lnTo>
                  <a:pt x="0" y="21594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31C390-E7FF-4ACF-A64C-8214D3BB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350" y="4195670"/>
            <a:ext cx="131832" cy="78080"/>
          </a:xfrm>
          <a:custGeom xmlns:a="http://schemas.openxmlformats.org/drawingml/2006/main">
            <a:pathLst>
              <a:path w="131832" h="78080">
                <a:moveTo>
                  <a:pt x="0" y="24108"/>
                </a:moveTo>
                <a:lnTo>
                  <a:pt x="13919" y="0"/>
                </a:lnTo>
                <a:lnTo>
                  <a:pt x="89192" y="43459"/>
                </a:lnTo>
                <a:lnTo>
                  <a:pt x="113623" y="1142"/>
                </a:lnTo>
                <a:lnTo>
                  <a:pt x="131832" y="11655"/>
                </a:lnTo>
                <a:lnTo>
                  <a:pt x="93482" y="78080"/>
                </a:lnTo>
                <a:lnTo>
                  <a:pt x="0" y="241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B8C69-E5AB-4D27-9758-3DEB20EE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43" y="4114383"/>
            <a:ext cx="110414" cy="78708"/>
          </a:xfrm>
          <a:custGeom xmlns:a="http://schemas.openxmlformats.org/drawingml/2006/main">
            <a:pathLst>
              <a:path w="110414" h="78708">
                <a:moveTo>
                  <a:pt x="27314" y="38210"/>
                </a:moveTo>
                <a:lnTo>
                  <a:pt x="40270" y="15770"/>
                </a:lnTo>
                <a:lnTo>
                  <a:pt x="110414" y="56267"/>
                </a:lnTo>
                <a:lnTo>
                  <a:pt x="97457" y="78708"/>
                </a:lnTo>
                <a:lnTo>
                  <a:pt x="27314" y="38210"/>
                </a:lnTo>
                <a:close/>
                <a:moveTo>
                  <a:pt x="0" y="22441"/>
                </a:moveTo>
                <a:lnTo>
                  <a:pt x="12956" y="0"/>
                </a:lnTo>
                <a:lnTo>
                  <a:pt x="31294" y="10587"/>
                </a:lnTo>
                <a:lnTo>
                  <a:pt x="18337" y="33028"/>
                </a:lnTo>
                <a:lnTo>
                  <a:pt x="0" y="224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2108F-D5FC-418C-A333-299225D7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7" y="4045189"/>
            <a:ext cx="131179" cy="103917"/>
          </a:xfrm>
          <a:custGeom xmlns:a="http://schemas.openxmlformats.org/drawingml/2006/main">
            <a:pathLst>
              <a:path w="131179" h="103917">
                <a:moveTo>
                  <a:pt x="104511" y="58235"/>
                </a:moveTo>
                <a:cubicBezTo>
                  <a:pt x="107251" y="53490"/>
                  <a:pt x="107657" y="48937"/>
                  <a:pt x="105547" y="44300"/>
                </a:cubicBezTo>
                <a:cubicBezTo>
                  <a:pt x="103565" y="39736"/>
                  <a:pt x="99176" y="35492"/>
                  <a:pt x="92508" y="31642"/>
                </a:cubicBezTo>
                <a:cubicBezTo>
                  <a:pt x="85840" y="27793"/>
                  <a:pt x="80098" y="26188"/>
                  <a:pt x="75027" y="26679"/>
                </a:cubicBezTo>
                <a:cubicBezTo>
                  <a:pt x="70084" y="27245"/>
                  <a:pt x="66216" y="29799"/>
                  <a:pt x="63477" y="34544"/>
                </a:cubicBezTo>
                <a:cubicBezTo>
                  <a:pt x="60663" y="39417"/>
                  <a:pt x="60386" y="44044"/>
                  <a:pt x="62367" y="48607"/>
                </a:cubicBezTo>
                <a:cubicBezTo>
                  <a:pt x="64477" y="53245"/>
                  <a:pt x="68738" y="57415"/>
                  <a:pt x="75406" y="61264"/>
                </a:cubicBezTo>
                <a:cubicBezTo>
                  <a:pt x="82074" y="65114"/>
                  <a:pt x="87944" y="66793"/>
                  <a:pt x="92887" y="66228"/>
                </a:cubicBezTo>
                <a:cubicBezTo>
                  <a:pt x="97958" y="65736"/>
                  <a:pt x="101698" y="63108"/>
                  <a:pt x="104511" y="58235"/>
                </a:cubicBezTo>
                <a:close/>
                <a:moveTo>
                  <a:pt x="50529" y="46901"/>
                </a:moveTo>
                <a:cubicBezTo>
                  <a:pt x="48202" y="41455"/>
                  <a:pt x="47178" y="36418"/>
                  <a:pt x="47475" y="31460"/>
                </a:cubicBezTo>
                <a:cubicBezTo>
                  <a:pt x="47699" y="26631"/>
                  <a:pt x="49190" y="21679"/>
                  <a:pt x="52003" y="16806"/>
                </a:cubicBezTo>
                <a:cubicBezTo>
                  <a:pt x="56964" y="8214"/>
                  <a:pt x="64498" y="3160"/>
                  <a:pt x="74680" y="1516"/>
                </a:cubicBezTo>
                <a:cubicBezTo>
                  <a:pt x="84788" y="0"/>
                  <a:pt x="95265" y="2287"/>
                  <a:pt x="106037" y="8506"/>
                </a:cubicBezTo>
                <a:cubicBezTo>
                  <a:pt x="116808" y="14725"/>
                  <a:pt x="124028" y="22655"/>
                  <a:pt x="127640" y="32093"/>
                </a:cubicBezTo>
                <a:cubicBezTo>
                  <a:pt x="131179" y="41659"/>
                  <a:pt x="130441" y="50637"/>
                  <a:pt x="125481" y="59228"/>
                </a:cubicBezTo>
                <a:cubicBezTo>
                  <a:pt x="122668" y="64101"/>
                  <a:pt x="119125" y="67869"/>
                  <a:pt x="115182" y="70551"/>
                </a:cubicBezTo>
                <a:cubicBezTo>
                  <a:pt x="111166" y="73362"/>
                  <a:pt x="106163" y="74919"/>
                  <a:pt x="100283" y="75627"/>
                </a:cubicBezTo>
                <a:lnTo>
                  <a:pt x="110414" y="81476"/>
                </a:lnTo>
                <a:lnTo>
                  <a:pt x="97457" y="103917"/>
                </a:lnTo>
                <a:lnTo>
                  <a:pt x="0" y="47650"/>
                </a:lnTo>
                <a:lnTo>
                  <a:pt x="12956" y="25209"/>
                </a:lnTo>
                <a:lnTo>
                  <a:pt x="50529" y="46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4770F-F275-4FE8-8DB7-412BF3DF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79" y="3892654"/>
            <a:ext cx="107401" cy="118986"/>
          </a:xfrm>
          <a:custGeom xmlns:a="http://schemas.openxmlformats.org/drawingml/2006/main">
            <a:pathLst>
              <a:path w="107401" h="118986">
                <a:moveTo>
                  <a:pt x="0" y="65014"/>
                </a:moveTo>
                <a:lnTo>
                  <a:pt x="37536" y="0"/>
                </a:lnTo>
                <a:lnTo>
                  <a:pt x="55745" y="10513"/>
                </a:lnTo>
                <a:lnTo>
                  <a:pt x="32128" y="51419"/>
                </a:lnTo>
                <a:lnTo>
                  <a:pt x="49568" y="61488"/>
                </a:lnTo>
                <a:lnTo>
                  <a:pt x="71778" y="23018"/>
                </a:lnTo>
                <a:lnTo>
                  <a:pt x="89987" y="33531"/>
                </a:lnTo>
                <a:lnTo>
                  <a:pt x="67777" y="72001"/>
                </a:lnTo>
                <a:lnTo>
                  <a:pt x="107401" y="94878"/>
                </a:lnTo>
                <a:lnTo>
                  <a:pt x="93482" y="118986"/>
                </a:lnTo>
                <a:lnTo>
                  <a:pt x="0" y="65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C6620-7B31-4850-95FE-D46CBAC5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884" y="3821171"/>
            <a:ext cx="110863" cy="102903"/>
          </a:xfrm>
          <a:custGeom xmlns:a="http://schemas.openxmlformats.org/drawingml/2006/main">
            <a:pathLst>
              <a:path w="110863" h="102903">
                <a:moveTo>
                  <a:pt x="42830" y="95256"/>
                </a:moveTo>
                <a:lnTo>
                  <a:pt x="0" y="70528"/>
                </a:lnTo>
                <a:lnTo>
                  <a:pt x="13030" y="47959"/>
                </a:lnTo>
                <a:lnTo>
                  <a:pt x="20083" y="52031"/>
                </a:lnTo>
                <a:cubicBezTo>
                  <a:pt x="23930" y="54252"/>
                  <a:pt x="28601" y="57120"/>
                  <a:pt x="34371" y="60451"/>
                </a:cubicBezTo>
                <a:cubicBezTo>
                  <a:pt x="40142" y="63783"/>
                  <a:pt x="43989" y="66004"/>
                  <a:pt x="45784" y="67041"/>
                </a:cubicBezTo>
                <a:cubicBezTo>
                  <a:pt x="51426" y="70298"/>
                  <a:pt x="55604" y="72539"/>
                  <a:pt x="58188" y="73689"/>
                </a:cubicBezTo>
                <a:cubicBezTo>
                  <a:pt x="60901" y="74914"/>
                  <a:pt x="62992" y="75437"/>
                  <a:pt x="64462" y="75260"/>
                </a:cubicBezTo>
                <a:cubicBezTo>
                  <a:pt x="66519" y="75251"/>
                  <a:pt x="68340" y="74763"/>
                  <a:pt x="69998" y="73668"/>
                </a:cubicBezTo>
                <a:cubicBezTo>
                  <a:pt x="71582" y="72702"/>
                  <a:pt x="72929" y="71257"/>
                  <a:pt x="74113" y="69205"/>
                </a:cubicBezTo>
                <a:cubicBezTo>
                  <a:pt x="76779" y="64589"/>
                  <a:pt x="77130" y="59834"/>
                  <a:pt x="75095" y="55068"/>
                </a:cubicBezTo>
                <a:cubicBezTo>
                  <a:pt x="72985" y="50430"/>
                  <a:pt x="68798" y="46132"/>
                  <a:pt x="62386" y="42430"/>
                </a:cubicBezTo>
                <a:lnTo>
                  <a:pt x="27763" y="22441"/>
                </a:lnTo>
                <a:lnTo>
                  <a:pt x="40720" y="0"/>
                </a:lnTo>
                <a:lnTo>
                  <a:pt x="110863" y="40497"/>
                </a:lnTo>
                <a:lnTo>
                  <a:pt x="97907" y="62938"/>
                </a:lnTo>
                <a:lnTo>
                  <a:pt x="87777" y="57089"/>
                </a:lnTo>
                <a:cubicBezTo>
                  <a:pt x="89955" y="62793"/>
                  <a:pt x="90960" y="68160"/>
                  <a:pt x="90534" y="73044"/>
                </a:cubicBezTo>
                <a:cubicBezTo>
                  <a:pt x="90108" y="77927"/>
                  <a:pt x="88765" y="82623"/>
                  <a:pt x="86174" y="87111"/>
                </a:cubicBezTo>
                <a:cubicBezTo>
                  <a:pt x="81435" y="95318"/>
                  <a:pt x="75445" y="100066"/>
                  <a:pt x="68129" y="101485"/>
                </a:cubicBezTo>
                <a:cubicBezTo>
                  <a:pt x="60813" y="102903"/>
                  <a:pt x="52319" y="100735"/>
                  <a:pt x="42830" y="952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973B0F-5D49-4CE3-AD31-E1489509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41" y="3737499"/>
            <a:ext cx="110863" cy="102627"/>
          </a:xfrm>
          <a:custGeom xmlns:a="http://schemas.openxmlformats.org/drawingml/2006/main">
            <a:pathLst>
              <a:path w="110863" h="102627">
                <a:moveTo>
                  <a:pt x="68161" y="7445"/>
                </a:moveTo>
                <a:lnTo>
                  <a:pt x="110863" y="32098"/>
                </a:lnTo>
                <a:lnTo>
                  <a:pt x="97833" y="54668"/>
                </a:lnTo>
                <a:lnTo>
                  <a:pt x="90908" y="50670"/>
                </a:lnTo>
                <a:lnTo>
                  <a:pt x="65133" y="35788"/>
                </a:lnTo>
                <a:cubicBezTo>
                  <a:pt x="59106" y="32309"/>
                  <a:pt x="54929" y="30068"/>
                  <a:pt x="52473" y="28992"/>
                </a:cubicBezTo>
                <a:cubicBezTo>
                  <a:pt x="50016" y="27916"/>
                  <a:pt x="48053" y="27466"/>
                  <a:pt x="46529" y="27441"/>
                </a:cubicBezTo>
                <a:cubicBezTo>
                  <a:pt x="44600" y="27524"/>
                  <a:pt x="42780" y="28012"/>
                  <a:pt x="41122" y="29106"/>
                </a:cubicBezTo>
                <a:cubicBezTo>
                  <a:pt x="39464" y="30201"/>
                  <a:pt x="37915" y="31700"/>
                  <a:pt x="36878" y="33495"/>
                </a:cubicBezTo>
                <a:cubicBezTo>
                  <a:pt x="34139" y="38240"/>
                  <a:pt x="33787" y="42995"/>
                  <a:pt x="35897" y="47633"/>
                </a:cubicBezTo>
                <a:cubicBezTo>
                  <a:pt x="37933" y="52399"/>
                  <a:pt x="42193" y="56569"/>
                  <a:pt x="48605" y="60270"/>
                </a:cubicBezTo>
                <a:lnTo>
                  <a:pt x="83100" y="80186"/>
                </a:lnTo>
                <a:lnTo>
                  <a:pt x="70144" y="102627"/>
                </a:lnTo>
                <a:lnTo>
                  <a:pt x="0" y="62129"/>
                </a:lnTo>
                <a:lnTo>
                  <a:pt x="12956" y="39689"/>
                </a:lnTo>
                <a:lnTo>
                  <a:pt x="23215" y="45611"/>
                </a:lnTo>
                <a:cubicBezTo>
                  <a:pt x="21036" y="39908"/>
                  <a:pt x="20086" y="34743"/>
                  <a:pt x="20384" y="29786"/>
                </a:cubicBezTo>
                <a:cubicBezTo>
                  <a:pt x="20681" y="24828"/>
                  <a:pt x="22098" y="20004"/>
                  <a:pt x="24764" y="15388"/>
                </a:cubicBezTo>
                <a:cubicBezTo>
                  <a:pt x="29428" y="7309"/>
                  <a:pt x="35546" y="2634"/>
                  <a:pt x="42862" y="1216"/>
                </a:cubicBezTo>
                <a:cubicBezTo>
                  <a:pt x="50233" y="0"/>
                  <a:pt x="58672" y="1966"/>
                  <a:pt x="68161" y="74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0756D-46C4-42F8-AD2E-68608E3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677" y="3652905"/>
            <a:ext cx="91893" cy="89421"/>
          </a:xfrm>
          <a:custGeom xmlns:a="http://schemas.openxmlformats.org/drawingml/2006/main">
            <a:pathLst>
              <a:path w="91893" h="89421">
                <a:moveTo>
                  <a:pt x="25981" y="0"/>
                </a:moveTo>
                <a:lnTo>
                  <a:pt x="44319" y="10587"/>
                </a:lnTo>
                <a:cubicBezTo>
                  <a:pt x="40490" y="12480"/>
                  <a:pt x="37174" y="14669"/>
                  <a:pt x="34372" y="17155"/>
                </a:cubicBezTo>
                <a:cubicBezTo>
                  <a:pt x="31569" y="19640"/>
                  <a:pt x="29205" y="22550"/>
                  <a:pt x="27354" y="25755"/>
                </a:cubicBezTo>
                <a:cubicBezTo>
                  <a:pt x="23726" y="32039"/>
                  <a:pt x="22837" y="38022"/>
                  <a:pt x="24428" y="43558"/>
                </a:cubicBezTo>
                <a:cubicBezTo>
                  <a:pt x="25946" y="49221"/>
                  <a:pt x="30113" y="53850"/>
                  <a:pt x="36652" y="57625"/>
                </a:cubicBezTo>
                <a:cubicBezTo>
                  <a:pt x="43321" y="61475"/>
                  <a:pt x="49412" y="62770"/>
                  <a:pt x="55076" y="61252"/>
                </a:cubicBezTo>
                <a:cubicBezTo>
                  <a:pt x="60665" y="59863"/>
                  <a:pt x="65274" y="56026"/>
                  <a:pt x="68902" y="49743"/>
                </a:cubicBezTo>
                <a:cubicBezTo>
                  <a:pt x="70901" y="46281"/>
                  <a:pt x="72313" y="42650"/>
                  <a:pt x="73138" y="38852"/>
                </a:cubicBezTo>
                <a:cubicBezTo>
                  <a:pt x="73889" y="35182"/>
                  <a:pt x="74053" y="31345"/>
                  <a:pt x="73556" y="27467"/>
                </a:cubicBezTo>
                <a:lnTo>
                  <a:pt x="91893" y="38054"/>
                </a:lnTo>
                <a:cubicBezTo>
                  <a:pt x="91102" y="42385"/>
                  <a:pt x="89927" y="46494"/>
                  <a:pt x="88495" y="50455"/>
                </a:cubicBezTo>
                <a:cubicBezTo>
                  <a:pt x="86935" y="54341"/>
                  <a:pt x="85247" y="58154"/>
                  <a:pt x="83174" y="61744"/>
                </a:cubicBezTo>
                <a:cubicBezTo>
                  <a:pt x="75844" y="74440"/>
                  <a:pt x="66938" y="82463"/>
                  <a:pt x="56380" y="85942"/>
                </a:cubicBezTo>
                <a:cubicBezTo>
                  <a:pt x="45822" y="89421"/>
                  <a:pt x="34719" y="87627"/>
                  <a:pt x="23178" y="80964"/>
                </a:cubicBezTo>
                <a:cubicBezTo>
                  <a:pt x="11637" y="74301"/>
                  <a:pt x="4660" y="65656"/>
                  <a:pt x="2266" y="54699"/>
                </a:cubicBezTo>
                <a:cubicBezTo>
                  <a:pt x="0" y="43816"/>
                  <a:pt x="2367" y="32017"/>
                  <a:pt x="9696" y="19322"/>
                </a:cubicBezTo>
                <a:cubicBezTo>
                  <a:pt x="11769" y="15732"/>
                  <a:pt x="14227" y="12363"/>
                  <a:pt x="16941" y="9143"/>
                </a:cubicBezTo>
                <a:cubicBezTo>
                  <a:pt x="19655" y="5922"/>
                  <a:pt x="22626" y="2850"/>
                  <a:pt x="259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E9F4F-1C2B-4C99-BCEF-B57CB3EA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76" y="3503532"/>
            <a:ext cx="125368" cy="123598"/>
          </a:xfrm>
          <a:custGeom xmlns:a="http://schemas.openxmlformats.org/drawingml/2006/main">
            <a:pathLst>
              <a:path w="125368" h="123598">
                <a:moveTo>
                  <a:pt x="32128" y="56031"/>
                </a:moveTo>
                <a:lnTo>
                  <a:pt x="89192" y="88977"/>
                </a:lnTo>
                <a:lnTo>
                  <a:pt x="94152" y="80385"/>
                </a:lnTo>
                <a:cubicBezTo>
                  <a:pt x="99779" y="70640"/>
                  <a:pt x="101710" y="61667"/>
                  <a:pt x="99873" y="53596"/>
                </a:cubicBezTo>
                <a:cubicBezTo>
                  <a:pt x="97962" y="45654"/>
                  <a:pt x="92463" y="38889"/>
                  <a:pt x="83102" y="33484"/>
                </a:cubicBezTo>
                <a:cubicBezTo>
                  <a:pt x="73870" y="28154"/>
                  <a:pt x="65262" y="26775"/>
                  <a:pt x="57428" y="29091"/>
                </a:cubicBezTo>
                <a:cubicBezTo>
                  <a:pt x="49593" y="31407"/>
                  <a:pt x="42789" y="37566"/>
                  <a:pt x="37088" y="47440"/>
                </a:cubicBezTo>
                <a:lnTo>
                  <a:pt x="32128" y="56031"/>
                </a:lnTo>
                <a:close/>
                <a:moveTo>
                  <a:pt x="0" y="69626"/>
                </a:moveTo>
                <a:lnTo>
                  <a:pt x="14659" y="44236"/>
                </a:lnTo>
                <a:cubicBezTo>
                  <a:pt x="22803" y="30130"/>
                  <a:pt x="29974" y="20079"/>
                  <a:pt x="36023" y="14339"/>
                </a:cubicBezTo>
                <a:cubicBezTo>
                  <a:pt x="42073" y="8599"/>
                  <a:pt x="48887" y="4497"/>
                  <a:pt x="56647" y="2309"/>
                </a:cubicBezTo>
                <a:cubicBezTo>
                  <a:pt x="63396" y="392"/>
                  <a:pt x="70120" y="0"/>
                  <a:pt x="76892" y="1004"/>
                </a:cubicBezTo>
                <a:cubicBezTo>
                  <a:pt x="83591" y="2135"/>
                  <a:pt x="90541" y="4609"/>
                  <a:pt x="97465" y="8607"/>
                </a:cubicBezTo>
                <a:cubicBezTo>
                  <a:pt x="104518" y="12679"/>
                  <a:pt x="110135" y="17461"/>
                  <a:pt x="114465" y="22696"/>
                </a:cubicBezTo>
                <a:cubicBezTo>
                  <a:pt x="118848" y="28134"/>
                  <a:pt x="121870" y="34153"/>
                  <a:pt x="123457" y="40882"/>
                </a:cubicBezTo>
                <a:cubicBezTo>
                  <a:pt x="125368" y="48824"/>
                  <a:pt x="125351" y="56850"/>
                  <a:pt x="123404" y="64960"/>
                </a:cubicBezTo>
                <a:cubicBezTo>
                  <a:pt x="121384" y="73197"/>
                  <a:pt x="116211" y="84230"/>
                  <a:pt x="108141" y="98208"/>
                </a:cubicBezTo>
                <a:lnTo>
                  <a:pt x="93482" y="123598"/>
                </a:lnTo>
                <a:lnTo>
                  <a:pt x="0" y="696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F0F02-32FD-499A-B558-06661DDF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350" y="3421316"/>
            <a:ext cx="91740" cy="94037"/>
          </a:xfrm>
          <a:custGeom xmlns:a="http://schemas.openxmlformats.org/drawingml/2006/main">
            <a:pathLst>
              <a:path w="91740" h="94037">
                <a:moveTo>
                  <a:pt x="25133" y="34860"/>
                </a:moveTo>
                <a:cubicBezTo>
                  <a:pt x="22246" y="39861"/>
                  <a:pt x="21820" y="44744"/>
                  <a:pt x="23930" y="49382"/>
                </a:cubicBezTo>
                <a:cubicBezTo>
                  <a:pt x="26040" y="54020"/>
                  <a:pt x="30429" y="58263"/>
                  <a:pt x="37097" y="62113"/>
                </a:cubicBezTo>
                <a:cubicBezTo>
                  <a:pt x="43893" y="66037"/>
                  <a:pt x="49763" y="67716"/>
                  <a:pt x="54834" y="67224"/>
                </a:cubicBezTo>
                <a:cubicBezTo>
                  <a:pt x="59905" y="66733"/>
                  <a:pt x="63793" y="63848"/>
                  <a:pt x="66681" y="58847"/>
                </a:cubicBezTo>
                <a:cubicBezTo>
                  <a:pt x="69494" y="53974"/>
                  <a:pt x="69974" y="49293"/>
                  <a:pt x="67864" y="44655"/>
                </a:cubicBezTo>
                <a:cubicBezTo>
                  <a:pt x="65754" y="40018"/>
                  <a:pt x="61439" y="35646"/>
                  <a:pt x="54643" y="31722"/>
                </a:cubicBezTo>
                <a:cubicBezTo>
                  <a:pt x="47975" y="27872"/>
                  <a:pt x="42031" y="26321"/>
                  <a:pt x="36960" y="26813"/>
                </a:cubicBezTo>
                <a:cubicBezTo>
                  <a:pt x="31889" y="27304"/>
                  <a:pt x="27946" y="29987"/>
                  <a:pt x="25133" y="34860"/>
                </a:cubicBezTo>
                <a:close/>
                <a:moveTo>
                  <a:pt x="9104" y="25605"/>
                </a:moveTo>
                <a:cubicBezTo>
                  <a:pt x="16063" y="13551"/>
                  <a:pt x="24802" y="6115"/>
                  <a:pt x="35137" y="3021"/>
                </a:cubicBezTo>
                <a:cubicBezTo>
                  <a:pt x="45601" y="0"/>
                  <a:pt x="56577" y="1720"/>
                  <a:pt x="68118" y="8383"/>
                </a:cubicBezTo>
                <a:cubicBezTo>
                  <a:pt x="79659" y="15047"/>
                  <a:pt x="86764" y="23765"/>
                  <a:pt x="89252" y="34264"/>
                </a:cubicBezTo>
                <a:cubicBezTo>
                  <a:pt x="91740" y="44762"/>
                  <a:pt x="89541" y="55974"/>
                  <a:pt x="82582" y="68028"/>
                </a:cubicBezTo>
                <a:cubicBezTo>
                  <a:pt x="75622" y="80081"/>
                  <a:pt x="66938" y="87720"/>
                  <a:pt x="56602" y="90814"/>
                </a:cubicBezTo>
                <a:cubicBezTo>
                  <a:pt x="46193" y="94037"/>
                  <a:pt x="35163" y="92115"/>
                  <a:pt x="23622" y="85452"/>
                </a:cubicBezTo>
                <a:cubicBezTo>
                  <a:pt x="12081" y="78788"/>
                  <a:pt x="5030" y="70272"/>
                  <a:pt x="2488" y="59571"/>
                </a:cubicBezTo>
                <a:cubicBezTo>
                  <a:pt x="0" y="49073"/>
                  <a:pt x="2145" y="37659"/>
                  <a:pt x="9104" y="256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B4F0C-0B5E-4599-8467-8C038EFA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656" y="3337708"/>
            <a:ext cx="91893" cy="89421"/>
          </a:xfrm>
          <a:custGeom xmlns:a="http://schemas.openxmlformats.org/drawingml/2006/main">
            <a:pathLst>
              <a:path w="91893" h="89421">
                <a:moveTo>
                  <a:pt x="25981" y="0"/>
                </a:moveTo>
                <a:lnTo>
                  <a:pt x="44319" y="10587"/>
                </a:lnTo>
                <a:cubicBezTo>
                  <a:pt x="40490" y="12480"/>
                  <a:pt x="37174" y="14669"/>
                  <a:pt x="34372" y="17155"/>
                </a:cubicBezTo>
                <a:cubicBezTo>
                  <a:pt x="31569" y="19640"/>
                  <a:pt x="29205" y="22550"/>
                  <a:pt x="27354" y="25755"/>
                </a:cubicBezTo>
                <a:cubicBezTo>
                  <a:pt x="23726" y="32039"/>
                  <a:pt x="22837" y="38022"/>
                  <a:pt x="24428" y="43558"/>
                </a:cubicBezTo>
                <a:cubicBezTo>
                  <a:pt x="25946" y="49221"/>
                  <a:pt x="30113" y="53850"/>
                  <a:pt x="36652" y="57625"/>
                </a:cubicBezTo>
                <a:cubicBezTo>
                  <a:pt x="43321" y="61475"/>
                  <a:pt x="49412" y="62770"/>
                  <a:pt x="55076" y="61252"/>
                </a:cubicBezTo>
                <a:cubicBezTo>
                  <a:pt x="60665" y="59863"/>
                  <a:pt x="65274" y="56026"/>
                  <a:pt x="68902" y="49743"/>
                </a:cubicBezTo>
                <a:cubicBezTo>
                  <a:pt x="70901" y="46281"/>
                  <a:pt x="72313" y="42650"/>
                  <a:pt x="73138" y="38852"/>
                </a:cubicBezTo>
                <a:cubicBezTo>
                  <a:pt x="73889" y="35182"/>
                  <a:pt x="74053" y="31345"/>
                  <a:pt x="73556" y="27467"/>
                </a:cubicBezTo>
                <a:lnTo>
                  <a:pt x="91893" y="38054"/>
                </a:lnTo>
                <a:cubicBezTo>
                  <a:pt x="91102" y="42385"/>
                  <a:pt x="89927" y="46494"/>
                  <a:pt x="88495" y="50455"/>
                </a:cubicBezTo>
                <a:cubicBezTo>
                  <a:pt x="86935" y="54341"/>
                  <a:pt x="85247" y="58154"/>
                  <a:pt x="83174" y="61744"/>
                </a:cubicBezTo>
                <a:cubicBezTo>
                  <a:pt x="75844" y="74440"/>
                  <a:pt x="66938" y="82463"/>
                  <a:pt x="56380" y="85942"/>
                </a:cubicBezTo>
                <a:cubicBezTo>
                  <a:pt x="45822" y="89421"/>
                  <a:pt x="34719" y="87627"/>
                  <a:pt x="23178" y="80964"/>
                </a:cubicBezTo>
                <a:cubicBezTo>
                  <a:pt x="11637" y="74301"/>
                  <a:pt x="4660" y="65656"/>
                  <a:pt x="2266" y="54699"/>
                </a:cubicBezTo>
                <a:cubicBezTo>
                  <a:pt x="0" y="43816"/>
                  <a:pt x="2367" y="32017"/>
                  <a:pt x="9696" y="19322"/>
                </a:cubicBezTo>
                <a:cubicBezTo>
                  <a:pt x="11769" y="15732"/>
                  <a:pt x="14227" y="12363"/>
                  <a:pt x="16941" y="9143"/>
                </a:cubicBezTo>
                <a:cubicBezTo>
                  <a:pt x="19655" y="5922"/>
                  <a:pt x="22626" y="2850"/>
                  <a:pt x="259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F8C32-6F6B-496D-B86F-26BEC1A8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725" y="3263589"/>
            <a:ext cx="91283" cy="95591"/>
          </a:xfrm>
          <a:custGeom xmlns:a="http://schemas.openxmlformats.org/drawingml/2006/main">
            <a:pathLst>
              <a:path w="91283" h="95591">
                <a:moveTo>
                  <a:pt x="28705" y="0"/>
                </a:moveTo>
                <a:lnTo>
                  <a:pt x="45760" y="9847"/>
                </a:lnTo>
                <a:cubicBezTo>
                  <a:pt x="41023" y="13609"/>
                  <a:pt x="36819" y="17337"/>
                  <a:pt x="33276" y="21105"/>
                </a:cubicBezTo>
                <a:cubicBezTo>
                  <a:pt x="29658" y="25001"/>
                  <a:pt x="26702" y="28936"/>
                  <a:pt x="24407" y="32911"/>
                </a:cubicBezTo>
                <a:cubicBezTo>
                  <a:pt x="21890" y="37271"/>
                  <a:pt x="20754" y="40719"/>
                  <a:pt x="20596" y="43363"/>
                </a:cubicBezTo>
                <a:cubicBezTo>
                  <a:pt x="20437" y="46007"/>
                  <a:pt x="21512" y="47995"/>
                  <a:pt x="23692" y="49254"/>
                </a:cubicBezTo>
                <a:cubicBezTo>
                  <a:pt x="25487" y="50291"/>
                  <a:pt x="27342" y="50336"/>
                  <a:pt x="29128" y="49315"/>
                </a:cubicBezTo>
                <a:cubicBezTo>
                  <a:pt x="31042" y="48368"/>
                  <a:pt x="33312" y="45917"/>
                  <a:pt x="36194" y="42110"/>
                </a:cubicBezTo>
                <a:lnTo>
                  <a:pt x="39002" y="38431"/>
                </a:lnTo>
                <a:cubicBezTo>
                  <a:pt x="47130" y="27907"/>
                  <a:pt x="53880" y="21545"/>
                  <a:pt x="59510" y="19495"/>
                </a:cubicBezTo>
                <a:cubicBezTo>
                  <a:pt x="65139" y="17445"/>
                  <a:pt x="71581" y="18428"/>
                  <a:pt x="78762" y="22574"/>
                </a:cubicBezTo>
                <a:cubicBezTo>
                  <a:pt x="86199" y="26869"/>
                  <a:pt x="90213" y="32947"/>
                  <a:pt x="90748" y="40608"/>
                </a:cubicBezTo>
                <a:cubicBezTo>
                  <a:pt x="91283" y="48269"/>
                  <a:pt x="88340" y="57513"/>
                  <a:pt x="82047" y="68413"/>
                </a:cubicBezTo>
                <a:cubicBezTo>
                  <a:pt x="79382" y="73029"/>
                  <a:pt x="76184" y="77680"/>
                  <a:pt x="72730" y="82182"/>
                </a:cubicBezTo>
                <a:cubicBezTo>
                  <a:pt x="69201" y="86813"/>
                  <a:pt x="65214" y="91350"/>
                  <a:pt x="60713" y="95591"/>
                </a:cubicBezTo>
                <a:lnTo>
                  <a:pt x="43658" y="85745"/>
                </a:lnTo>
                <a:cubicBezTo>
                  <a:pt x="48484" y="82717"/>
                  <a:pt x="52816" y="79063"/>
                  <a:pt x="56581" y="74911"/>
                </a:cubicBezTo>
                <a:cubicBezTo>
                  <a:pt x="60273" y="70887"/>
                  <a:pt x="63599" y="66310"/>
                  <a:pt x="66412" y="61437"/>
                </a:cubicBezTo>
                <a:cubicBezTo>
                  <a:pt x="68929" y="57077"/>
                  <a:pt x="70267" y="53575"/>
                  <a:pt x="70318" y="50527"/>
                </a:cubicBezTo>
                <a:cubicBezTo>
                  <a:pt x="70422" y="47681"/>
                  <a:pt x="69293" y="45490"/>
                  <a:pt x="66857" y="44083"/>
                </a:cubicBezTo>
                <a:cubicBezTo>
                  <a:pt x="64805" y="42899"/>
                  <a:pt x="62950" y="42854"/>
                  <a:pt x="61036" y="43800"/>
                </a:cubicBezTo>
                <a:cubicBezTo>
                  <a:pt x="59122" y="44747"/>
                  <a:pt x="56575" y="47380"/>
                  <a:pt x="53471" y="51572"/>
                </a:cubicBezTo>
                <a:lnTo>
                  <a:pt x="50663" y="55251"/>
                </a:lnTo>
                <a:cubicBezTo>
                  <a:pt x="43734" y="64587"/>
                  <a:pt x="37428" y="70179"/>
                  <a:pt x="31671" y="72155"/>
                </a:cubicBezTo>
                <a:cubicBezTo>
                  <a:pt x="25968" y="74334"/>
                  <a:pt x="19728" y="73296"/>
                  <a:pt x="12803" y="69298"/>
                </a:cubicBezTo>
                <a:cubicBezTo>
                  <a:pt x="5366" y="65004"/>
                  <a:pt x="1258" y="59384"/>
                  <a:pt x="629" y="52182"/>
                </a:cubicBezTo>
                <a:cubicBezTo>
                  <a:pt x="0" y="44979"/>
                  <a:pt x="2721" y="36121"/>
                  <a:pt x="8792" y="25606"/>
                </a:cubicBezTo>
                <a:cubicBezTo>
                  <a:pt x="11161" y="21502"/>
                  <a:pt x="13989" y="17493"/>
                  <a:pt x="17295" y="13246"/>
                </a:cubicBezTo>
                <a:cubicBezTo>
                  <a:pt x="20602" y="9000"/>
                  <a:pt x="24313" y="4645"/>
                  <a:pt x="2870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E4B26-390E-472A-937F-F961B60B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051" y="3192719"/>
            <a:ext cx="10" cy="21594"/>
          </a:xfrm>
          <a:custGeom xmlns:a="http://schemas.openxmlformats.org/drawingml/2006/main">
            <a:pathLst>
              <a:path w="1" h="21594">
                <a:moveTo>
                  <a:pt x="0" y="0"/>
                </a:moveTo>
                <a:lnTo>
                  <a:pt x="0" y="215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2697A-9881-46D7-86D5-C60D849A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051" y="3192719"/>
            <a:ext cx="10" cy="21594"/>
          </a:xfrm>
          <a:custGeom xmlns:a="http://schemas.openxmlformats.org/drawingml/2006/main">
            <a:pathLst>
              <a:path w="1" h="21594" fill="none">
                <a:moveTo>
                  <a:pt x="0" y="0"/>
                </a:moveTo>
                <a:lnTo>
                  <a:pt x="0" y="21594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C4F13C-B056-4DFE-B99E-CF795706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169" y="4108178"/>
            <a:ext cx="107401" cy="118986"/>
          </a:xfrm>
          <a:custGeom xmlns:a="http://schemas.openxmlformats.org/drawingml/2006/main">
            <a:pathLst>
              <a:path w="107401" h="118986">
                <a:moveTo>
                  <a:pt x="0" y="65014"/>
                </a:moveTo>
                <a:lnTo>
                  <a:pt x="37536" y="0"/>
                </a:lnTo>
                <a:lnTo>
                  <a:pt x="55745" y="10513"/>
                </a:lnTo>
                <a:lnTo>
                  <a:pt x="32128" y="51419"/>
                </a:lnTo>
                <a:lnTo>
                  <a:pt x="49568" y="61488"/>
                </a:lnTo>
                <a:lnTo>
                  <a:pt x="71778" y="23018"/>
                </a:lnTo>
                <a:lnTo>
                  <a:pt x="89987" y="33531"/>
                </a:lnTo>
                <a:lnTo>
                  <a:pt x="67777" y="72001"/>
                </a:lnTo>
                <a:lnTo>
                  <a:pt x="107401" y="94878"/>
                </a:lnTo>
                <a:lnTo>
                  <a:pt x="93482" y="118986"/>
                </a:lnTo>
                <a:lnTo>
                  <a:pt x="0" y="65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6E891-93F5-4B72-97A8-666AF4D7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374" y="4036696"/>
            <a:ext cx="110863" cy="102903"/>
          </a:xfrm>
          <a:custGeom xmlns:a="http://schemas.openxmlformats.org/drawingml/2006/main">
            <a:pathLst>
              <a:path w="110863" h="102903">
                <a:moveTo>
                  <a:pt x="42830" y="95256"/>
                </a:moveTo>
                <a:lnTo>
                  <a:pt x="0" y="70528"/>
                </a:lnTo>
                <a:lnTo>
                  <a:pt x="13030" y="47959"/>
                </a:lnTo>
                <a:lnTo>
                  <a:pt x="20083" y="52031"/>
                </a:lnTo>
                <a:cubicBezTo>
                  <a:pt x="23930" y="54252"/>
                  <a:pt x="28601" y="57120"/>
                  <a:pt x="34371" y="60451"/>
                </a:cubicBezTo>
                <a:cubicBezTo>
                  <a:pt x="40142" y="63783"/>
                  <a:pt x="43989" y="66004"/>
                  <a:pt x="45784" y="67041"/>
                </a:cubicBezTo>
                <a:cubicBezTo>
                  <a:pt x="51426" y="70298"/>
                  <a:pt x="55604" y="72539"/>
                  <a:pt x="58188" y="73689"/>
                </a:cubicBezTo>
                <a:cubicBezTo>
                  <a:pt x="60901" y="74914"/>
                  <a:pt x="62992" y="75437"/>
                  <a:pt x="64462" y="75260"/>
                </a:cubicBezTo>
                <a:cubicBezTo>
                  <a:pt x="66519" y="75251"/>
                  <a:pt x="68340" y="74763"/>
                  <a:pt x="69998" y="73668"/>
                </a:cubicBezTo>
                <a:cubicBezTo>
                  <a:pt x="71582" y="72702"/>
                  <a:pt x="72929" y="71257"/>
                  <a:pt x="74113" y="69205"/>
                </a:cubicBezTo>
                <a:cubicBezTo>
                  <a:pt x="76779" y="64589"/>
                  <a:pt x="77130" y="59834"/>
                  <a:pt x="75095" y="55068"/>
                </a:cubicBezTo>
                <a:cubicBezTo>
                  <a:pt x="72985" y="50430"/>
                  <a:pt x="68798" y="46132"/>
                  <a:pt x="62386" y="42430"/>
                </a:cubicBezTo>
                <a:lnTo>
                  <a:pt x="27763" y="22441"/>
                </a:lnTo>
                <a:lnTo>
                  <a:pt x="40720" y="0"/>
                </a:lnTo>
                <a:lnTo>
                  <a:pt x="110863" y="40497"/>
                </a:lnTo>
                <a:lnTo>
                  <a:pt x="97907" y="62938"/>
                </a:lnTo>
                <a:lnTo>
                  <a:pt x="87777" y="57089"/>
                </a:lnTo>
                <a:cubicBezTo>
                  <a:pt x="89955" y="62793"/>
                  <a:pt x="90960" y="68160"/>
                  <a:pt x="90534" y="73044"/>
                </a:cubicBezTo>
                <a:cubicBezTo>
                  <a:pt x="90108" y="77927"/>
                  <a:pt x="88765" y="82623"/>
                  <a:pt x="86174" y="87111"/>
                </a:cubicBezTo>
                <a:cubicBezTo>
                  <a:pt x="81435" y="95318"/>
                  <a:pt x="75445" y="100066"/>
                  <a:pt x="68129" y="101485"/>
                </a:cubicBezTo>
                <a:cubicBezTo>
                  <a:pt x="60813" y="102903"/>
                  <a:pt x="52319" y="100735"/>
                  <a:pt x="42830" y="952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1381E-3D93-4703-86A5-4B5D3ABD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532" y="3953023"/>
            <a:ext cx="110863" cy="102627"/>
          </a:xfrm>
          <a:custGeom xmlns:a="http://schemas.openxmlformats.org/drawingml/2006/main">
            <a:pathLst>
              <a:path w="110863" h="102627">
                <a:moveTo>
                  <a:pt x="68161" y="7445"/>
                </a:moveTo>
                <a:lnTo>
                  <a:pt x="110863" y="32098"/>
                </a:lnTo>
                <a:lnTo>
                  <a:pt x="97833" y="54668"/>
                </a:lnTo>
                <a:lnTo>
                  <a:pt x="90908" y="50670"/>
                </a:lnTo>
                <a:lnTo>
                  <a:pt x="65133" y="35788"/>
                </a:lnTo>
                <a:cubicBezTo>
                  <a:pt x="59106" y="32309"/>
                  <a:pt x="54929" y="30068"/>
                  <a:pt x="52473" y="28992"/>
                </a:cubicBezTo>
                <a:cubicBezTo>
                  <a:pt x="50016" y="27916"/>
                  <a:pt x="48053" y="27466"/>
                  <a:pt x="46529" y="27441"/>
                </a:cubicBezTo>
                <a:cubicBezTo>
                  <a:pt x="44600" y="27524"/>
                  <a:pt x="42780" y="28012"/>
                  <a:pt x="41122" y="29106"/>
                </a:cubicBezTo>
                <a:cubicBezTo>
                  <a:pt x="39464" y="30201"/>
                  <a:pt x="37915" y="31700"/>
                  <a:pt x="36878" y="33495"/>
                </a:cubicBezTo>
                <a:cubicBezTo>
                  <a:pt x="34139" y="38240"/>
                  <a:pt x="33787" y="42995"/>
                  <a:pt x="35897" y="47633"/>
                </a:cubicBezTo>
                <a:cubicBezTo>
                  <a:pt x="37933" y="52399"/>
                  <a:pt x="42193" y="56569"/>
                  <a:pt x="48605" y="60270"/>
                </a:cubicBezTo>
                <a:lnTo>
                  <a:pt x="83100" y="80186"/>
                </a:lnTo>
                <a:lnTo>
                  <a:pt x="70144" y="102627"/>
                </a:lnTo>
                <a:lnTo>
                  <a:pt x="0" y="62129"/>
                </a:lnTo>
                <a:lnTo>
                  <a:pt x="12956" y="39689"/>
                </a:lnTo>
                <a:lnTo>
                  <a:pt x="23215" y="45611"/>
                </a:lnTo>
                <a:cubicBezTo>
                  <a:pt x="21036" y="39908"/>
                  <a:pt x="20086" y="34743"/>
                  <a:pt x="20384" y="29786"/>
                </a:cubicBezTo>
                <a:cubicBezTo>
                  <a:pt x="20681" y="24828"/>
                  <a:pt x="22098" y="20004"/>
                  <a:pt x="24764" y="15388"/>
                </a:cubicBezTo>
                <a:cubicBezTo>
                  <a:pt x="29428" y="7309"/>
                  <a:pt x="35546" y="2634"/>
                  <a:pt x="42862" y="1216"/>
                </a:cubicBezTo>
                <a:cubicBezTo>
                  <a:pt x="50233" y="0"/>
                  <a:pt x="58672" y="1966"/>
                  <a:pt x="68161" y="74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0F08B-0FA7-41F9-9A3E-55396B8C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167" y="3868430"/>
            <a:ext cx="91893" cy="89421"/>
          </a:xfrm>
          <a:custGeom xmlns:a="http://schemas.openxmlformats.org/drawingml/2006/main">
            <a:pathLst>
              <a:path w="91893" h="89421">
                <a:moveTo>
                  <a:pt x="25981" y="0"/>
                </a:moveTo>
                <a:lnTo>
                  <a:pt x="44319" y="10587"/>
                </a:lnTo>
                <a:cubicBezTo>
                  <a:pt x="40490" y="12480"/>
                  <a:pt x="37174" y="14669"/>
                  <a:pt x="34372" y="17155"/>
                </a:cubicBezTo>
                <a:cubicBezTo>
                  <a:pt x="31569" y="19640"/>
                  <a:pt x="29205" y="22550"/>
                  <a:pt x="27354" y="25755"/>
                </a:cubicBezTo>
                <a:cubicBezTo>
                  <a:pt x="23726" y="32039"/>
                  <a:pt x="22837" y="38022"/>
                  <a:pt x="24428" y="43558"/>
                </a:cubicBezTo>
                <a:cubicBezTo>
                  <a:pt x="25946" y="49221"/>
                  <a:pt x="30113" y="53850"/>
                  <a:pt x="36652" y="57625"/>
                </a:cubicBezTo>
                <a:cubicBezTo>
                  <a:pt x="43321" y="61475"/>
                  <a:pt x="49412" y="62770"/>
                  <a:pt x="55076" y="61252"/>
                </a:cubicBezTo>
                <a:cubicBezTo>
                  <a:pt x="60665" y="59863"/>
                  <a:pt x="65274" y="56026"/>
                  <a:pt x="68902" y="49743"/>
                </a:cubicBezTo>
                <a:cubicBezTo>
                  <a:pt x="70901" y="46281"/>
                  <a:pt x="72313" y="42650"/>
                  <a:pt x="73138" y="38852"/>
                </a:cubicBezTo>
                <a:cubicBezTo>
                  <a:pt x="73889" y="35182"/>
                  <a:pt x="74053" y="31345"/>
                  <a:pt x="73556" y="27467"/>
                </a:cubicBezTo>
                <a:lnTo>
                  <a:pt x="91893" y="38054"/>
                </a:lnTo>
                <a:cubicBezTo>
                  <a:pt x="91102" y="42385"/>
                  <a:pt x="89927" y="46494"/>
                  <a:pt x="88495" y="50455"/>
                </a:cubicBezTo>
                <a:cubicBezTo>
                  <a:pt x="86935" y="54341"/>
                  <a:pt x="85247" y="58154"/>
                  <a:pt x="83174" y="61744"/>
                </a:cubicBezTo>
                <a:cubicBezTo>
                  <a:pt x="75844" y="74440"/>
                  <a:pt x="66938" y="82463"/>
                  <a:pt x="56380" y="85942"/>
                </a:cubicBezTo>
                <a:cubicBezTo>
                  <a:pt x="45822" y="89421"/>
                  <a:pt x="34719" y="87627"/>
                  <a:pt x="23178" y="80964"/>
                </a:cubicBezTo>
                <a:cubicBezTo>
                  <a:pt x="11637" y="74301"/>
                  <a:pt x="4660" y="65656"/>
                  <a:pt x="2266" y="54699"/>
                </a:cubicBezTo>
                <a:cubicBezTo>
                  <a:pt x="0" y="43816"/>
                  <a:pt x="2367" y="32017"/>
                  <a:pt x="9696" y="19322"/>
                </a:cubicBezTo>
                <a:cubicBezTo>
                  <a:pt x="11769" y="15732"/>
                  <a:pt x="14227" y="12363"/>
                  <a:pt x="16941" y="9143"/>
                </a:cubicBezTo>
                <a:cubicBezTo>
                  <a:pt x="19655" y="5922"/>
                  <a:pt x="22626" y="2850"/>
                  <a:pt x="259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D565E4-24AD-453E-9E09-8722A98B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166" y="3764575"/>
            <a:ext cx="107401" cy="78080"/>
          </a:xfrm>
          <a:custGeom xmlns:a="http://schemas.openxmlformats.org/drawingml/2006/main">
            <a:pathLst>
              <a:path w="107401" h="78080">
                <a:moveTo>
                  <a:pt x="0" y="24108"/>
                </a:moveTo>
                <a:lnTo>
                  <a:pt x="13919" y="0"/>
                </a:lnTo>
                <a:lnTo>
                  <a:pt x="107401" y="53972"/>
                </a:lnTo>
                <a:lnTo>
                  <a:pt x="93482" y="78080"/>
                </a:lnTo>
                <a:lnTo>
                  <a:pt x="0" y="241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A14A9-B93D-4146-A6F0-C4BC2271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681" y="3669438"/>
            <a:ext cx="110488" cy="120037"/>
          </a:xfrm>
          <a:custGeom xmlns:a="http://schemas.openxmlformats.org/drawingml/2006/main">
            <a:pathLst>
              <a:path w="110488" h="120037">
                <a:moveTo>
                  <a:pt x="37572" y="44261"/>
                </a:moveTo>
                <a:lnTo>
                  <a:pt x="0" y="22569"/>
                </a:lnTo>
                <a:lnTo>
                  <a:pt x="13030" y="0"/>
                </a:lnTo>
                <a:lnTo>
                  <a:pt x="110488" y="56267"/>
                </a:lnTo>
                <a:lnTo>
                  <a:pt x="97457" y="78836"/>
                </a:lnTo>
                <a:lnTo>
                  <a:pt x="87327" y="72987"/>
                </a:lnTo>
                <a:cubicBezTo>
                  <a:pt x="89653" y="78434"/>
                  <a:pt x="90732" y="83673"/>
                  <a:pt x="90380" y="88428"/>
                </a:cubicBezTo>
                <a:cubicBezTo>
                  <a:pt x="90029" y="93184"/>
                  <a:pt x="88611" y="98008"/>
                  <a:pt x="85798" y="102881"/>
                </a:cubicBezTo>
                <a:cubicBezTo>
                  <a:pt x="80764" y="111600"/>
                  <a:pt x="73358" y="116728"/>
                  <a:pt x="63378" y="118318"/>
                </a:cubicBezTo>
                <a:cubicBezTo>
                  <a:pt x="53324" y="120037"/>
                  <a:pt x="42921" y="117621"/>
                  <a:pt x="32149" y="111402"/>
                </a:cubicBezTo>
                <a:cubicBezTo>
                  <a:pt x="21378" y="105183"/>
                  <a:pt x="14084" y="97382"/>
                  <a:pt x="10417" y="87742"/>
                </a:cubicBezTo>
                <a:cubicBezTo>
                  <a:pt x="6676" y="78230"/>
                  <a:pt x="7286" y="69178"/>
                  <a:pt x="12320" y="60458"/>
                </a:cubicBezTo>
                <a:cubicBezTo>
                  <a:pt x="15134" y="55585"/>
                  <a:pt x="18603" y="51946"/>
                  <a:pt x="22673" y="49338"/>
                </a:cubicBezTo>
                <a:cubicBezTo>
                  <a:pt x="26744" y="46729"/>
                  <a:pt x="31692" y="44970"/>
                  <a:pt x="37572" y="44261"/>
                </a:cubicBezTo>
                <a:close/>
                <a:moveTo>
                  <a:pt x="74453" y="85217"/>
                </a:moveTo>
                <a:cubicBezTo>
                  <a:pt x="77192" y="80472"/>
                  <a:pt x="77598" y="75919"/>
                  <a:pt x="75488" y="71282"/>
                </a:cubicBezTo>
                <a:cubicBezTo>
                  <a:pt x="73507" y="66718"/>
                  <a:pt x="69118" y="62474"/>
                  <a:pt x="62450" y="58624"/>
                </a:cubicBezTo>
                <a:cubicBezTo>
                  <a:pt x="55781" y="54775"/>
                  <a:pt x="50040" y="53169"/>
                  <a:pt x="44969" y="53661"/>
                </a:cubicBezTo>
                <a:cubicBezTo>
                  <a:pt x="40026" y="54227"/>
                  <a:pt x="36158" y="56781"/>
                  <a:pt x="33418" y="61526"/>
                </a:cubicBezTo>
                <a:cubicBezTo>
                  <a:pt x="30605" y="66398"/>
                  <a:pt x="30327" y="71025"/>
                  <a:pt x="32309" y="75589"/>
                </a:cubicBezTo>
                <a:cubicBezTo>
                  <a:pt x="34419" y="80227"/>
                  <a:pt x="38753" y="84268"/>
                  <a:pt x="45421" y="88118"/>
                </a:cubicBezTo>
                <a:cubicBezTo>
                  <a:pt x="52090" y="91968"/>
                  <a:pt x="57885" y="93775"/>
                  <a:pt x="62828" y="93209"/>
                </a:cubicBezTo>
                <a:cubicBezTo>
                  <a:pt x="67899" y="92718"/>
                  <a:pt x="71640" y="90090"/>
                  <a:pt x="74453" y="85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4623C-5191-413F-8E58-5B4D24A8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090" y="3605646"/>
            <a:ext cx="95784" cy="92020"/>
          </a:xfrm>
          <a:custGeom xmlns:a="http://schemas.openxmlformats.org/drawingml/2006/main">
            <a:pathLst>
              <a:path w="95784" h="92020">
                <a:moveTo>
                  <a:pt x="66676" y="8141"/>
                </a:moveTo>
                <a:lnTo>
                  <a:pt x="73088" y="11843"/>
                </a:lnTo>
                <a:lnTo>
                  <a:pt x="42808" y="64291"/>
                </a:lnTo>
                <a:cubicBezTo>
                  <a:pt x="48361" y="66813"/>
                  <a:pt x="53447" y="67185"/>
                  <a:pt x="57937" y="65331"/>
                </a:cubicBezTo>
                <a:cubicBezTo>
                  <a:pt x="62480" y="63680"/>
                  <a:pt x="66354" y="59933"/>
                  <a:pt x="69760" y="54034"/>
                </a:cubicBezTo>
                <a:cubicBezTo>
                  <a:pt x="72425" y="49417"/>
                  <a:pt x="74597" y="44174"/>
                  <a:pt x="76074" y="38359"/>
                </a:cubicBezTo>
                <a:cubicBezTo>
                  <a:pt x="77477" y="32672"/>
                  <a:pt x="78258" y="26284"/>
                  <a:pt x="78473" y="19397"/>
                </a:cubicBezTo>
                <a:lnTo>
                  <a:pt x="95784" y="29392"/>
                </a:lnTo>
                <a:cubicBezTo>
                  <a:pt x="94726" y="35962"/>
                  <a:pt x="93101" y="42034"/>
                  <a:pt x="90964" y="47810"/>
                </a:cubicBezTo>
                <a:cubicBezTo>
                  <a:pt x="88880" y="53788"/>
                  <a:pt x="86357" y="59342"/>
                  <a:pt x="83322" y="64600"/>
                </a:cubicBezTo>
                <a:cubicBezTo>
                  <a:pt x="75992" y="77295"/>
                  <a:pt x="67086" y="85318"/>
                  <a:pt x="56602" y="88669"/>
                </a:cubicBezTo>
                <a:cubicBezTo>
                  <a:pt x="46119" y="92020"/>
                  <a:pt x="35143" y="90300"/>
                  <a:pt x="23474" y="83562"/>
                </a:cubicBezTo>
                <a:cubicBezTo>
                  <a:pt x="12061" y="76973"/>
                  <a:pt x="5084" y="68329"/>
                  <a:pt x="2542" y="57628"/>
                </a:cubicBezTo>
                <a:cubicBezTo>
                  <a:pt x="0" y="46928"/>
                  <a:pt x="2145" y="35514"/>
                  <a:pt x="9104" y="23460"/>
                </a:cubicBezTo>
                <a:cubicBezTo>
                  <a:pt x="15471" y="12432"/>
                  <a:pt x="23839" y="5637"/>
                  <a:pt x="34357" y="2818"/>
                </a:cubicBezTo>
                <a:cubicBezTo>
                  <a:pt x="44875" y="0"/>
                  <a:pt x="55648" y="1774"/>
                  <a:pt x="66676" y="8141"/>
                </a:cubicBezTo>
                <a:close/>
                <a:moveTo>
                  <a:pt x="45913" y="26929"/>
                </a:moveTo>
                <a:cubicBezTo>
                  <a:pt x="41681" y="24486"/>
                  <a:pt x="37478" y="23770"/>
                  <a:pt x="33507" y="24725"/>
                </a:cubicBezTo>
                <a:cubicBezTo>
                  <a:pt x="29461" y="25809"/>
                  <a:pt x="26200" y="28201"/>
                  <a:pt x="23905" y="32176"/>
                </a:cubicBezTo>
                <a:cubicBezTo>
                  <a:pt x="21388" y="36536"/>
                  <a:pt x="20597" y="40867"/>
                  <a:pt x="21479" y="44966"/>
                </a:cubicBezTo>
                <a:cubicBezTo>
                  <a:pt x="22360" y="49066"/>
                  <a:pt x="24860" y="52732"/>
                  <a:pt x="29106" y="56038"/>
                </a:cubicBezTo>
                <a:lnTo>
                  <a:pt x="45913" y="269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B1348-FA26-446F-B74C-C0D25006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659" y="3514593"/>
            <a:ext cx="110863" cy="102627"/>
          </a:xfrm>
          <a:custGeom xmlns:a="http://schemas.openxmlformats.org/drawingml/2006/main">
            <a:pathLst>
              <a:path w="110863" h="102627">
                <a:moveTo>
                  <a:pt x="68161" y="7445"/>
                </a:moveTo>
                <a:lnTo>
                  <a:pt x="110863" y="32098"/>
                </a:lnTo>
                <a:lnTo>
                  <a:pt x="97833" y="54668"/>
                </a:lnTo>
                <a:lnTo>
                  <a:pt x="90908" y="50670"/>
                </a:lnTo>
                <a:lnTo>
                  <a:pt x="65133" y="35788"/>
                </a:lnTo>
                <a:cubicBezTo>
                  <a:pt x="59106" y="32309"/>
                  <a:pt x="54929" y="30068"/>
                  <a:pt x="52473" y="28992"/>
                </a:cubicBezTo>
                <a:cubicBezTo>
                  <a:pt x="50016" y="27916"/>
                  <a:pt x="48053" y="27466"/>
                  <a:pt x="46529" y="27441"/>
                </a:cubicBezTo>
                <a:cubicBezTo>
                  <a:pt x="44600" y="27524"/>
                  <a:pt x="42780" y="28012"/>
                  <a:pt x="41122" y="29106"/>
                </a:cubicBezTo>
                <a:cubicBezTo>
                  <a:pt x="39464" y="30201"/>
                  <a:pt x="37915" y="31700"/>
                  <a:pt x="36878" y="33495"/>
                </a:cubicBezTo>
                <a:cubicBezTo>
                  <a:pt x="34139" y="38240"/>
                  <a:pt x="33787" y="42995"/>
                  <a:pt x="35897" y="47633"/>
                </a:cubicBezTo>
                <a:cubicBezTo>
                  <a:pt x="37933" y="52399"/>
                  <a:pt x="42193" y="56569"/>
                  <a:pt x="48605" y="60270"/>
                </a:cubicBezTo>
                <a:lnTo>
                  <a:pt x="83100" y="80186"/>
                </a:lnTo>
                <a:lnTo>
                  <a:pt x="70144" y="102627"/>
                </a:lnTo>
                <a:lnTo>
                  <a:pt x="0" y="62129"/>
                </a:lnTo>
                <a:lnTo>
                  <a:pt x="12956" y="39689"/>
                </a:lnTo>
                <a:lnTo>
                  <a:pt x="23215" y="45611"/>
                </a:lnTo>
                <a:cubicBezTo>
                  <a:pt x="21036" y="39908"/>
                  <a:pt x="20086" y="34743"/>
                  <a:pt x="20384" y="29786"/>
                </a:cubicBezTo>
                <a:cubicBezTo>
                  <a:pt x="20681" y="24828"/>
                  <a:pt x="22098" y="20004"/>
                  <a:pt x="24764" y="15388"/>
                </a:cubicBezTo>
                <a:cubicBezTo>
                  <a:pt x="29428" y="7309"/>
                  <a:pt x="35546" y="2634"/>
                  <a:pt x="42862" y="1216"/>
                </a:cubicBezTo>
                <a:cubicBezTo>
                  <a:pt x="50233" y="0"/>
                  <a:pt x="58672" y="1966"/>
                  <a:pt x="68161" y="74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5B711-A8A6-4783-BD4A-A4FF1F8B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681" y="3437846"/>
            <a:ext cx="115192" cy="78968"/>
          </a:xfrm>
          <a:custGeom xmlns:a="http://schemas.openxmlformats.org/drawingml/2006/main">
            <a:pathLst>
              <a:path w="115192" h="78968">
                <a:moveTo>
                  <a:pt x="12956" y="11606"/>
                </a:moveTo>
                <a:lnTo>
                  <a:pt x="32832" y="23082"/>
                </a:lnTo>
                <a:lnTo>
                  <a:pt x="46159" y="0"/>
                </a:lnTo>
                <a:lnTo>
                  <a:pt x="62188" y="9254"/>
                </a:lnTo>
                <a:lnTo>
                  <a:pt x="48862" y="32336"/>
                </a:lnTo>
                <a:lnTo>
                  <a:pt x="78612" y="49513"/>
                </a:lnTo>
                <a:cubicBezTo>
                  <a:pt x="81946" y="51438"/>
                  <a:pt x="84496" y="52055"/>
                  <a:pt x="86390" y="51439"/>
                </a:cubicBezTo>
                <a:cubicBezTo>
                  <a:pt x="88285" y="50823"/>
                  <a:pt x="90278" y="48554"/>
                  <a:pt x="92500" y="44707"/>
                </a:cubicBezTo>
                <a:lnTo>
                  <a:pt x="99163" y="33166"/>
                </a:lnTo>
                <a:lnTo>
                  <a:pt x="115192" y="42421"/>
                </a:lnTo>
                <a:lnTo>
                  <a:pt x="104087" y="61656"/>
                </a:lnTo>
                <a:cubicBezTo>
                  <a:pt x="98978" y="70504"/>
                  <a:pt x="93555" y="75751"/>
                  <a:pt x="87689" y="77323"/>
                </a:cubicBezTo>
                <a:cubicBezTo>
                  <a:pt x="81952" y="78968"/>
                  <a:pt x="74632" y="77136"/>
                  <a:pt x="65655" y="71954"/>
                </a:cubicBezTo>
                <a:lnTo>
                  <a:pt x="35905" y="54777"/>
                </a:lnTo>
                <a:lnTo>
                  <a:pt x="29464" y="65934"/>
                </a:lnTo>
                <a:lnTo>
                  <a:pt x="13435" y="56679"/>
                </a:lnTo>
                <a:lnTo>
                  <a:pt x="19876" y="45523"/>
                </a:lnTo>
                <a:lnTo>
                  <a:pt x="0" y="34047"/>
                </a:lnTo>
                <a:lnTo>
                  <a:pt x="12956" y="116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6A075-7A34-41D7-8E89-0BE6D16F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448" y="3385914"/>
            <a:ext cx="110414" cy="78708"/>
          </a:xfrm>
          <a:custGeom xmlns:a="http://schemas.openxmlformats.org/drawingml/2006/main">
            <a:pathLst>
              <a:path w="110414" h="78708">
                <a:moveTo>
                  <a:pt x="27314" y="38210"/>
                </a:moveTo>
                <a:lnTo>
                  <a:pt x="40270" y="15770"/>
                </a:lnTo>
                <a:lnTo>
                  <a:pt x="110414" y="56267"/>
                </a:lnTo>
                <a:lnTo>
                  <a:pt x="97457" y="78708"/>
                </a:lnTo>
                <a:lnTo>
                  <a:pt x="27314" y="38210"/>
                </a:lnTo>
                <a:close/>
                <a:moveTo>
                  <a:pt x="0" y="22441"/>
                </a:moveTo>
                <a:lnTo>
                  <a:pt x="12956" y="0"/>
                </a:lnTo>
                <a:lnTo>
                  <a:pt x="31294" y="10587"/>
                </a:lnTo>
                <a:lnTo>
                  <a:pt x="18337" y="33028"/>
                </a:lnTo>
                <a:lnTo>
                  <a:pt x="0" y="224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58BAD-FF27-44CA-BFA3-1ACF6629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539" y="3318207"/>
            <a:ext cx="102345" cy="99610"/>
          </a:xfrm>
          <a:custGeom xmlns:a="http://schemas.openxmlformats.org/drawingml/2006/main">
            <a:pathLst>
              <a:path w="102345" h="99610">
                <a:moveTo>
                  <a:pt x="16956" y="0"/>
                </a:moveTo>
                <a:lnTo>
                  <a:pt x="31702" y="8514"/>
                </a:lnTo>
                <a:lnTo>
                  <a:pt x="24521" y="20953"/>
                </a:lnTo>
                <a:cubicBezTo>
                  <a:pt x="22670" y="24159"/>
                  <a:pt x="22053" y="26709"/>
                  <a:pt x="22466" y="28657"/>
                </a:cubicBezTo>
                <a:cubicBezTo>
                  <a:pt x="22880" y="30606"/>
                  <a:pt x="24507" y="32229"/>
                  <a:pt x="27329" y="33858"/>
                </a:cubicBezTo>
                <a:lnTo>
                  <a:pt x="32201" y="36672"/>
                </a:lnTo>
                <a:lnTo>
                  <a:pt x="43233" y="17565"/>
                </a:lnTo>
                <a:lnTo>
                  <a:pt x="59262" y="26819"/>
                </a:lnTo>
                <a:lnTo>
                  <a:pt x="48231" y="45926"/>
                </a:lnTo>
                <a:lnTo>
                  <a:pt x="102345" y="77169"/>
                </a:lnTo>
                <a:lnTo>
                  <a:pt x="89389" y="99610"/>
                </a:lnTo>
                <a:lnTo>
                  <a:pt x="35274" y="68367"/>
                </a:lnTo>
                <a:lnTo>
                  <a:pt x="28833" y="79523"/>
                </a:lnTo>
                <a:lnTo>
                  <a:pt x="12804" y="70269"/>
                </a:lnTo>
                <a:lnTo>
                  <a:pt x="19245" y="59112"/>
                </a:lnTo>
                <a:lnTo>
                  <a:pt x="14372" y="56299"/>
                </a:lnTo>
                <a:cubicBezTo>
                  <a:pt x="6807" y="51931"/>
                  <a:pt x="2349" y="46622"/>
                  <a:pt x="1147" y="40115"/>
                </a:cubicBezTo>
                <a:cubicBezTo>
                  <a:pt x="0" y="33810"/>
                  <a:pt x="1852" y="26160"/>
                  <a:pt x="7035" y="17183"/>
                </a:cubicBezTo>
                <a:lnTo>
                  <a:pt x="169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80172-07DA-4574-974C-13BE2B70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030" y="3253831"/>
            <a:ext cx="116777" cy="124892"/>
          </a:xfrm>
          <a:custGeom xmlns:a="http://schemas.openxmlformats.org/drawingml/2006/main">
            <a:pathLst>
              <a:path w="116777" h="124892">
                <a:moveTo>
                  <a:pt x="0" y="79761"/>
                </a:moveTo>
                <a:lnTo>
                  <a:pt x="12956" y="57320"/>
                </a:lnTo>
                <a:lnTo>
                  <a:pt x="71414" y="65937"/>
                </a:lnTo>
                <a:lnTo>
                  <a:pt x="33094" y="22441"/>
                </a:lnTo>
                <a:lnTo>
                  <a:pt x="46050" y="0"/>
                </a:lnTo>
                <a:lnTo>
                  <a:pt x="105705" y="73767"/>
                </a:lnTo>
                <a:cubicBezTo>
                  <a:pt x="111623" y="81287"/>
                  <a:pt x="115138" y="87932"/>
                  <a:pt x="115994" y="93556"/>
                </a:cubicBezTo>
                <a:cubicBezTo>
                  <a:pt x="116777" y="99308"/>
                  <a:pt x="115408" y="105528"/>
                  <a:pt x="111707" y="111940"/>
                </a:cubicBezTo>
                <a:lnTo>
                  <a:pt x="104229" y="124892"/>
                </a:lnTo>
                <a:lnTo>
                  <a:pt x="89482" y="116378"/>
                </a:lnTo>
                <a:lnTo>
                  <a:pt x="93554" y="109325"/>
                </a:lnTo>
                <a:cubicBezTo>
                  <a:pt x="95701" y="105606"/>
                  <a:pt x="96615" y="102543"/>
                  <a:pt x="96497" y="100081"/>
                </a:cubicBezTo>
                <a:cubicBezTo>
                  <a:pt x="96251" y="97546"/>
                  <a:pt x="94812" y="95005"/>
                  <a:pt x="92326" y="92202"/>
                </a:cubicBezTo>
                <a:lnTo>
                  <a:pt x="90773" y="90450"/>
                </a:lnTo>
                <a:lnTo>
                  <a:pt x="0" y="797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297AF-26ED-4D2D-B40D-2CAAD5C8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974" y="3192719"/>
            <a:ext cx="10" cy="21594"/>
          </a:xfrm>
          <a:custGeom xmlns:a="http://schemas.openxmlformats.org/drawingml/2006/main">
            <a:pathLst>
              <a:path w="1" h="21594">
                <a:moveTo>
                  <a:pt x="0" y="0"/>
                </a:moveTo>
                <a:lnTo>
                  <a:pt x="0" y="215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3913C-38E7-44D8-94AA-7F7011DD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974" y="3192719"/>
            <a:ext cx="10" cy="21594"/>
          </a:xfrm>
          <a:custGeom xmlns:a="http://schemas.openxmlformats.org/drawingml/2006/main">
            <a:pathLst>
              <a:path w="1" h="21594" fill="none">
                <a:moveTo>
                  <a:pt x="0" y="0"/>
                </a:moveTo>
                <a:lnTo>
                  <a:pt x="0" y="21594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807D8-F02A-4C6F-ACFC-D27F62EE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36" y="3943211"/>
            <a:ext cx="107401" cy="118986"/>
          </a:xfrm>
          <a:custGeom xmlns:a="http://schemas.openxmlformats.org/drawingml/2006/main">
            <a:pathLst>
              <a:path w="107401" h="118986">
                <a:moveTo>
                  <a:pt x="0" y="65014"/>
                </a:moveTo>
                <a:lnTo>
                  <a:pt x="37536" y="0"/>
                </a:lnTo>
                <a:lnTo>
                  <a:pt x="55745" y="10513"/>
                </a:lnTo>
                <a:lnTo>
                  <a:pt x="32128" y="51419"/>
                </a:lnTo>
                <a:lnTo>
                  <a:pt x="49568" y="61488"/>
                </a:lnTo>
                <a:lnTo>
                  <a:pt x="71778" y="23018"/>
                </a:lnTo>
                <a:lnTo>
                  <a:pt x="89987" y="33531"/>
                </a:lnTo>
                <a:lnTo>
                  <a:pt x="67777" y="72001"/>
                </a:lnTo>
                <a:lnTo>
                  <a:pt x="107401" y="94878"/>
                </a:lnTo>
                <a:lnTo>
                  <a:pt x="93482" y="118986"/>
                </a:lnTo>
                <a:lnTo>
                  <a:pt x="0" y="65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2E98D-C77E-4630-B6A4-C814CC32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541" y="3871729"/>
            <a:ext cx="110863" cy="102903"/>
          </a:xfrm>
          <a:custGeom xmlns:a="http://schemas.openxmlformats.org/drawingml/2006/main">
            <a:pathLst>
              <a:path w="110863" h="102903">
                <a:moveTo>
                  <a:pt x="42830" y="95256"/>
                </a:moveTo>
                <a:lnTo>
                  <a:pt x="0" y="70528"/>
                </a:lnTo>
                <a:lnTo>
                  <a:pt x="13030" y="47959"/>
                </a:lnTo>
                <a:lnTo>
                  <a:pt x="20083" y="52031"/>
                </a:lnTo>
                <a:cubicBezTo>
                  <a:pt x="23930" y="54252"/>
                  <a:pt x="28601" y="57120"/>
                  <a:pt x="34371" y="60451"/>
                </a:cubicBezTo>
                <a:cubicBezTo>
                  <a:pt x="40142" y="63783"/>
                  <a:pt x="43989" y="66004"/>
                  <a:pt x="45784" y="67041"/>
                </a:cubicBezTo>
                <a:cubicBezTo>
                  <a:pt x="51426" y="70298"/>
                  <a:pt x="55604" y="72539"/>
                  <a:pt x="58188" y="73689"/>
                </a:cubicBezTo>
                <a:cubicBezTo>
                  <a:pt x="60901" y="74914"/>
                  <a:pt x="62992" y="75437"/>
                  <a:pt x="64462" y="75260"/>
                </a:cubicBezTo>
                <a:cubicBezTo>
                  <a:pt x="66519" y="75251"/>
                  <a:pt x="68340" y="74763"/>
                  <a:pt x="69998" y="73668"/>
                </a:cubicBezTo>
                <a:cubicBezTo>
                  <a:pt x="71582" y="72702"/>
                  <a:pt x="72929" y="71257"/>
                  <a:pt x="74113" y="69205"/>
                </a:cubicBezTo>
                <a:cubicBezTo>
                  <a:pt x="76779" y="64589"/>
                  <a:pt x="77130" y="59834"/>
                  <a:pt x="75095" y="55068"/>
                </a:cubicBezTo>
                <a:cubicBezTo>
                  <a:pt x="72985" y="50430"/>
                  <a:pt x="68798" y="46132"/>
                  <a:pt x="62386" y="42430"/>
                </a:cubicBezTo>
                <a:lnTo>
                  <a:pt x="27763" y="22441"/>
                </a:lnTo>
                <a:lnTo>
                  <a:pt x="40720" y="0"/>
                </a:lnTo>
                <a:lnTo>
                  <a:pt x="110863" y="40497"/>
                </a:lnTo>
                <a:lnTo>
                  <a:pt x="97907" y="62938"/>
                </a:lnTo>
                <a:lnTo>
                  <a:pt x="87777" y="57089"/>
                </a:lnTo>
                <a:cubicBezTo>
                  <a:pt x="89955" y="62793"/>
                  <a:pt x="90960" y="68160"/>
                  <a:pt x="90534" y="73044"/>
                </a:cubicBezTo>
                <a:cubicBezTo>
                  <a:pt x="90108" y="77927"/>
                  <a:pt x="88765" y="82623"/>
                  <a:pt x="86174" y="87111"/>
                </a:cubicBezTo>
                <a:cubicBezTo>
                  <a:pt x="81435" y="95318"/>
                  <a:pt x="75445" y="100066"/>
                  <a:pt x="68129" y="101485"/>
                </a:cubicBezTo>
                <a:cubicBezTo>
                  <a:pt x="60813" y="102903"/>
                  <a:pt x="52319" y="100735"/>
                  <a:pt x="42830" y="952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B9F49-C5D5-4F71-98B4-E3BC8459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698" y="3788056"/>
            <a:ext cx="110863" cy="102627"/>
          </a:xfrm>
          <a:custGeom xmlns:a="http://schemas.openxmlformats.org/drawingml/2006/main">
            <a:pathLst>
              <a:path w="110863" h="102627">
                <a:moveTo>
                  <a:pt x="68161" y="7445"/>
                </a:moveTo>
                <a:lnTo>
                  <a:pt x="110863" y="32098"/>
                </a:lnTo>
                <a:lnTo>
                  <a:pt x="97833" y="54668"/>
                </a:lnTo>
                <a:lnTo>
                  <a:pt x="90908" y="50670"/>
                </a:lnTo>
                <a:lnTo>
                  <a:pt x="65133" y="35788"/>
                </a:lnTo>
                <a:cubicBezTo>
                  <a:pt x="59106" y="32309"/>
                  <a:pt x="54929" y="30068"/>
                  <a:pt x="52473" y="28992"/>
                </a:cubicBezTo>
                <a:cubicBezTo>
                  <a:pt x="50016" y="27916"/>
                  <a:pt x="48053" y="27466"/>
                  <a:pt x="46529" y="27441"/>
                </a:cubicBezTo>
                <a:cubicBezTo>
                  <a:pt x="44600" y="27524"/>
                  <a:pt x="42780" y="28012"/>
                  <a:pt x="41122" y="29106"/>
                </a:cubicBezTo>
                <a:cubicBezTo>
                  <a:pt x="39464" y="30201"/>
                  <a:pt x="37915" y="31700"/>
                  <a:pt x="36878" y="33495"/>
                </a:cubicBezTo>
                <a:cubicBezTo>
                  <a:pt x="34139" y="38240"/>
                  <a:pt x="33787" y="42995"/>
                  <a:pt x="35897" y="47633"/>
                </a:cubicBezTo>
                <a:cubicBezTo>
                  <a:pt x="37933" y="52399"/>
                  <a:pt x="42193" y="56569"/>
                  <a:pt x="48605" y="60270"/>
                </a:cubicBezTo>
                <a:lnTo>
                  <a:pt x="83100" y="80186"/>
                </a:lnTo>
                <a:lnTo>
                  <a:pt x="70144" y="102627"/>
                </a:lnTo>
                <a:lnTo>
                  <a:pt x="0" y="62129"/>
                </a:lnTo>
                <a:lnTo>
                  <a:pt x="12956" y="39689"/>
                </a:lnTo>
                <a:lnTo>
                  <a:pt x="23215" y="45611"/>
                </a:lnTo>
                <a:cubicBezTo>
                  <a:pt x="21036" y="39908"/>
                  <a:pt x="20086" y="34743"/>
                  <a:pt x="20384" y="29786"/>
                </a:cubicBezTo>
                <a:cubicBezTo>
                  <a:pt x="20681" y="24828"/>
                  <a:pt x="22098" y="20004"/>
                  <a:pt x="24764" y="15388"/>
                </a:cubicBezTo>
                <a:cubicBezTo>
                  <a:pt x="29428" y="7309"/>
                  <a:pt x="35546" y="2634"/>
                  <a:pt x="42862" y="1216"/>
                </a:cubicBezTo>
                <a:cubicBezTo>
                  <a:pt x="50233" y="0"/>
                  <a:pt x="58672" y="1966"/>
                  <a:pt x="68161" y="74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FE833-6D89-4617-AA33-047BCC7B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334" y="3703463"/>
            <a:ext cx="91893" cy="89421"/>
          </a:xfrm>
          <a:custGeom xmlns:a="http://schemas.openxmlformats.org/drawingml/2006/main">
            <a:pathLst>
              <a:path w="91893" h="89421">
                <a:moveTo>
                  <a:pt x="25981" y="0"/>
                </a:moveTo>
                <a:lnTo>
                  <a:pt x="44319" y="10587"/>
                </a:lnTo>
                <a:cubicBezTo>
                  <a:pt x="40490" y="12480"/>
                  <a:pt x="37174" y="14669"/>
                  <a:pt x="34372" y="17155"/>
                </a:cubicBezTo>
                <a:cubicBezTo>
                  <a:pt x="31569" y="19640"/>
                  <a:pt x="29205" y="22550"/>
                  <a:pt x="27354" y="25755"/>
                </a:cubicBezTo>
                <a:cubicBezTo>
                  <a:pt x="23726" y="32039"/>
                  <a:pt x="22837" y="38022"/>
                  <a:pt x="24428" y="43558"/>
                </a:cubicBezTo>
                <a:cubicBezTo>
                  <a:pt x="25946" y="49221"/>
                  <a:pt x="30113" y="53850"/>
                  <a:pt x="36652" y="57625"/>
                </a:cubicBezTo>
                <a:cubicBezTo>
                  <a:pt x="43321" y="61475"/>
                  <a:pt x="49412" y="62770"/>
                  <a:pt x="55076" y="61252"/>
                </a:cubicBezTo>
                <a:cubicBezTo>
                  <a:pt x="60665" y="59863"/>
                  <a:pt x="65274" y="56026"/>
                  <a:pt x="68902" y="49743"/>
                </a:cubicBezTo>
                <a:cubicBezTo>
                  <a:pt x="70901" y="46281"/>
                  <a:pt x="72313" y="42650"/>
                  <a:pt x="73138" y="38852"/>
                </a:cubicBezTo>
                <a:cubicBezTo>
                  <a:pt x="73889" y="35182"/>
                  <a:pt x="74053" y="31345"/>
                  <a:pt x="73556" y="27467"/>
                </a:cubicBezTo>
                <a:lnTo>
                  <a:pt x="91893" y="38054"/>
                </a:lnTo>
                <a:cubicBezTo>
                  <a:pt x="91102" y="42385"/>
                  <a:pt x="89927" y="46494"/>
                  <a:pt x="88495" y="50455"/>
                </a:cubicBezTo>
                <a:cubicBezTo>
                  <a:pt x="86935" y="54341"/>
                  <a:pt x="85247" y="58154"/>
                  <a:pt x="83174" y="61744"/>
                </a:cubicBezTo>
                <a:cubicBezTo>
                  <a:pt x="75844" y="74440"/>
                  <a:pt x="66938" y="82463"/>
                  <a:pt x="56380" y="85942"/>
                </a:cubicBezTo>
                <a:cubicBezTo>
                  <a:pt x="45822" y="89421"/>
                  <a:pt x="34719" y="87627"/>
                  <a:pt x="23178" y="80964"/>
                </a:cubicBezTo>
                <a:cubicBezTo>
                  <a:pt x="11637" y="74301"/>
                  <a:pt x="4660" y="65656"/>
                  <a:pt x="2266" y="54699"/>
                </a:cubicBezTo>
                <a:cubicBezTo>
                  <a:pt x="0" y="43816"/>
                  <a:pt x="2367" y="32017"/>
                  <a:pt x="9696" y="19322"/>
                </a:cubicBezTo>
                <a:cubicBezTo>
                  <a:pt x="11769" y="15732"/>
                  <a:pt x="14227" y="12363"/>
                  <a:pt x="16941" y="9143"/>
                </a:cubicBezTo>
                <a:cubicBezTo>
                  <a:pt x="19655" y="5922"/>
                  <a:pt x="22626" y="2850"/>
                  <a:pt x="259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E1A54-ED41-491F-AFC0-8A75A13E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892" y="3536902"/>
            <a:ext cx="130056" cy="117319"/>
          </a:xfrm>
          <a:custGeom xmlns:a="http://schemas.openxmlformats.org/drawingml/2006/main">
            <a:pathLst>
              <a:path w="130056" h="117319">
                <a:moveTo>
                  <a:pt x="0" y="97970"/>
                </a:moveTo>
                <a:lnTo>
                  <a:pt x="13993" y="73734"/>
                </a:lnTo>
                <a:lnTo>
                  <a:pt x="97271" y="88816"/>
                </a:lnTo>
                <a:lnTo>
                  <a:pt x="42570" y="24236"/>
                </a:lnTo>
                <a:lnTo>
                  <a:pt x="56563" y="0"/>
                </a:lnTo>
                <a:lnTo>
                  <a:pt x="130056" y="88595"/>
                </a:lnTo>
                <a:lnTo>
                  <a:pt x="113472" y="117319"/>
                </a:lnTo>
                <a:lnTo>
                  <a:pt x="0" y="979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0F646-6C08-43E6-AD37-62B7C2C8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336" y="3473712"/>
            <a:ext cx="110863" cy="102903"/>
          </a:xfrm>
          <a:custGeom xmlns:a="http://schemas.openxmlformats.org/drawingml/2006/main">
            <a:pathLst>
              <a:path w="110863" h="102903">
                <a:moveTo>
                  <a:pt x="42830" y="95256"/>
                </a:moveTo>
                <a:lnTo>
                  <a:pt x="0" y="70528"/>
                </a:lnTo>
                <a:lnTo>
                  <a:pt x="13030" y="47959"/>
                </a:lnTo>
                <a:lnTo>
                  <a:pt x="20083" y="52031"/>
                </a:lnTo>
                <a:cubicBezTo>
                  <a:pt x="23930" y="54252"/>
                  <a:pt x="28601" y="57120"/>
                  <a:pt x="34371" y="60451"/>
                </a:cubicBezTo>
                <a:cubicBezTo>
                  <a:pt x="40142" y="63783"/>
                  <a:pt x="43989" y="66004"/>
                  <a:pt x="45784" y="67041"/>
                </a:cubicBezTo>
                <a:cubicBezTo>
                  <a:pt x="51426" y="70298"/>
                  <a:pt x="55604" y="72539"/>
                  <a:pt x="58188" y="73689"/>
                </a:cubicBezTo>
                <a:cubicBezTo>
                  <a:pt x="60901" y="74914"/>
                  <a:pt x="62992" y="75437"/>
                  <a:pt x="64462" y="75260"/>
                </a:cubicBezTo>
                <a:cubicBezTo>
                  <a:pt x="66519" y="75251"/>
                  <a:pt x="68340" y="74763"/>
                  <a:pt x="69998" y="73668"/>
                </a:cubicBezTo>
                <a:cubicBezTo>
                  <a:pt x="71582" y="72702"/>
                  <a:pt x="72929" y="71257"/>
                  <a:pt x="74113" y="69205"/>
                </a:cubicBezTo>
                <a:cubicBezTo>
                  <a:pt x="76779" y="64589"/>
                  <a:pt x="77130" y="59834"/>
                  <a:pt x="75095" y="55068"/>
                </a:cubicBezTo>
                <a:cubicBezTo>
                  <a:pt x="72985" y="50430"/>
                  <a:pt x="68798" y="46132"/>
                  <a:pt x="62386" y="42430"/>
                </a:cubicBezTo>
                <a:lnTo>
                  <a:pt x="27763" y="22441"/>
                </a:lnTo>
                <a:lnTo>
                  <a:pt x="40720" y="0"/>
                </a:lnTo>
                <a:lnTo>
                  <a:pt x="110863" y="40497"/>
                </a:lnTo>
                <a:lnTo>
                  <a:pt x="97907" y="62938"/>
                </a:lnTo>
                <a:lnTo>
                  <a:pt x="87777" y="57089"/>
                </a:lnTo>
                <a:cubicBezTo>
                  <a:pt x="89955" y="62793"/>
                  <a:pt x="90960" y="68160"/>
                  <a:pt x="90534" y="73044"/>
                </a:cubicBezTo>
                <a:cubicBezTo>
                  <a:pt x="90108" y="77927"/>
                  <a:pt x="88765" y="82623"/>
                  <a:pt x="86174" y="87111"/>
                </a:cubicBezTo>
                <a:cubicBezTo>
                  <a:pt x="81435" y="95318"/>
                  <a:pt x="75445" y="100066"/>
                  <a:pt x="68129" y="101485"/>
                </a:cubicBezTo>
                <a:cubicBezTo>
                  <a:pt x="60813" y="102903"/>
                  <a:pt x="52319" y="100735"/>
                  <a:pt x="42830" y="952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92EBA-BFA9-45D4-8771-EA5701B3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179" y="3413959"/>
            <a:ext cx="110414" cy="78708"/>
          </a:xfrm>
          <a:custGeom xmlns:a="http://schemas.openxmlformats.org/drawingml/2006/main">
            <a:pathLst>
              <a:path w="110414" h="78708">
                <a:moveTo>
                  <a:pt x="0" y="22441"/>
                </a:moveTo>
                <a:lnTo>
                  <a:pt x="12956" y="0"/>
                </a:lnTo>
                <a:lnTo>
                  <a:pt x="110414" y="56267"/>
                </a:lnTo>
                <a:lnTo>
                  <a:pt x="97457" y="78708"/>
                </a:lnTo>
                <a:lnTo>
                  <a:pt x="0" y="224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E680E-C346-4FA3-9DCD-4368E97C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887" y="3346056"/>
            <a:ext cx="110863" cy="102627"/>
          </a:xfrm>
          <a:custGeom xmlns:a="http://schemas.openxmlformats.org/drawingml/2006/main">
            <a:pathLst>
              <a:path w="110863" h="102627">
                <a:moveTo>
                  <a:pt x="68161" y="7445"/>
                </a:moveTo>
                <a:lnTo>
                  <a:pt x="110863" y="32098"/>
                </a:lnTo>
                <a:lnTo>
                  <a:pt x="97833" y="54668"/>
                </a:lnTo>
                <a:lnTo>
                  <a:pt x="90908" y="50670"/>
                </a:lnTo>
                <a:lnTo>
                  <a:pt x="65133" y="35788"/>
                </a:lnTo>
                <a:cubicBezTo>
                  <a:pt x="59106" y="32309"/>
                  <a:pt x="54929" y="30068"/>
                  <a:pt x="52473" y="28992"/>
                </a:cubicBezTo>
                <a:cubicBezTo>
                  <a:pt x="50016" y="27916"/>
                  <a:pt x="48053" y="27466"/>
                  <a:pt x="46529" y="27441"/>
                </a:cubicBezTo>
                <a:cubicBezTo>
                  <a:pt x="44600" y="27524"/>
                  <a:pt x="42780" y="28012"/>
                  <a:pt x="41122" y="29106"/>
                </a:cubicBezTo>
                <a:cubicBezTo>
                  <a:pt x="39464" y="30201"/>
                  <a:pt x="37915" y="31700"/>
                  <a:pt x="36878" y="33495"/>
                </a:cubicBezTo>
                <a:cubicBezTo>
                  <a:pt x="34139" y="38240"/>
                  <a:pt x="33787" y="42995"/>
                  <a:pt x="35897" y="47633"/>
                </a:cubicBezTo>
                <a:cubicBezTo>
                  <a:pt x="37933" y="52399"/>
                  <a:pt x="42193" y="56569"/>
                  <a:pt x="48605" y="60270"/>
                </a:cubicBezTo>
                <a:lnTo>
                  <a:pt x="83100" y="80186"/>
                </a:lnTo>
                <a:lnTo>
                  <a:pt x="70144" y="102627"/>
                </a:lnTo>
                <a:lnTo>
                  <a:pt x="0" y="62129"/>
                </a:lnTo>
                <a:lnTo>
                  <a:pt x="12956" y="39689"/>
                </a:lnTo>
                <a:lnTo>
                  <a:pt x="23215" y="45611"/>
                </a:lnTo>
                <a:cubicBezTo>
                  <a:pt x="21036" y="39908"/>
                  <a:pt x="20086" y="34743"/>
                  <a:pt x="20384" y="29786"/>
                </a:cubicBezTo>
                <a:cubicBezTo>
                  <a:pt x="20681" y="24828"/>
                  <a:pt x="22098" y="20004"/>
                  <a:pt x="24764" y="15388"/>
                </a:cubicBezTo>
                <a:cubicBezTo>
                  <a:pt x="29428" y="7309"/>
                  <a:pt x="35546" y="2634"/>
                  <a:pt x="42862" y="1216"/>
                </a:cubicBezTo>
                <a:cubicBezTo>
                  <a:pt x="50233" y="0"/>
                  <a:pt x="58672" y="1966"/>
                  <a:pt x="68161" y="74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42539-97CE-40D5-8C22-A61F46C7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89" y="3263386"/>
            <a:ext cx="91283" cy="95591"/>
          </a:xfrm>
          <a:custGeom xmlns:a="http://schemas.openxmlformats.org/drawingml/2006/main">
            <a:pathLst>
              <a:path w="91283" h="95591">
                <a:moveTo>
                  <a:pt x="28705" y="0"/>
                </a:moveTo>
                <a:lnTo>
                  <a:pt x="45760" y="9847"/>
                </a:lnTo>
                <a:cubicBezTo>
                  <a:pt x="41023" y="13609"/>
                  <a:pt x="36819" y="17337"/>
                  <a:pt x="33276" y="21105"/>
                </a:cubicBezTo>
                <a:cubicBezTo>
                  <a:pt x="29658" y="25001"/>
                  <a:pt x="26702" y="28936"/>
                  <a:pt x="24407" y="32911"/>
                </a:cubicBezTo>
                <a:cubicBezTo>
                  <a:pt x="21890" y="37271"/>
                  <a:pt x="20754" y="40719"/>
                  <a:pt x="20596" y="43363"/>
                </a:cubicBezTo>
                <a:cubicBezTo>
                  <a:pt x="20437" y="46007"/>
                  <a:pt x="21512" y="47995"/>
                  <a:pt x="23692" y="49254"/>
                </a:cubicBezTo>
                <a:cubicBezTo>
                  <a:pt x="25487" y="50291"/>
                  <a:pt x="27342" y="50336"/>
                  <a:pt x="29128" y="49315"/>
                </a:cubicBezTo>
                <a:cubicBezTo>
                  <a:pt x="31042" y="48368"/>
                  <a:pt x="33312" y="45917"/>
                  <a:pt x="36194" y="42110"/>
                </a:cubicBezTo>
                <a:lnTo>
                  <a:pt x="39002" y="38431"/>
                </a:lnTo>
                <a:cubicBezTo>
                  <a:pt x="47130" y="27907"/>
                  <a:pt x="53880" y="21545"/>
                  <a:pt x="59510" y="19495"/>
                </a:cubicBezTo>
                <a:cubicBezTo>
                  <a:pt x="65139" y="17445"/>
                  <a:pt x="71581" y="18428"/>
                  <a:pt x="78762" y="22574"/>
                </a:cubicBezTo>
                <a:cubicBezTo>
                  <a:pt x="86199" y="26869"/>
                  <a:pt x="90213" y="32947"/>
                  <a:pt x="90748" y="40608"/>
                </a:cubicBezTo>
                <a:cubicBezTo>
                  <a:pt x="91283" y="48269"/>
                  <a:pt x="88340" y="57513"/>
                  <a:pt x="82047" y="68413"/>
                </a:cubicBezTo>
                <a:cubicBezTo>
                  <a:pt x="79382" y="73029"/>
                  <a:pt x="76184" y="77680"/>
                  <a:pt x="72730" y="82182"/>
                </a:cubicBezTo>
                <a:cubicBezTo>
                  <a:pt x="69201" y="86813"/>
                  <a:pt x="65214" y="91350"/>
                  <a:pt x="60713" y="95591"/>
                </a:cubicBezTo>
                <a:lnTo>
                  <a:pt x="43658" y="85745"/>
                </a:lnTo>
                <a:cubicBezTo>
                  <a:pt x="48484" y="82717"/>
                  <a:pt x="52816" y="79063"/>
                  <a:pt x="56581" y="74911"/>
                </a:cubicBezTo>
                <a:cubicBezTo>
                  <a:pt x="60273" y="70887"/>
                  <a:pt x="63599" y="66310"/>
                  <a:pt x="66412" y="61437"/>
                </a:cubicBezTo>
                <a:cubicBezTo>
                  <a:pt x="68929" y="57077"/>
                  <a:pt x="70267" y="53575"/>
                  <a:pt x="70318" y="50527"/>
                </a:cubicBezTo>
                <a:cubicBezTo>
                  <a:pt x="70422" y="47681"/>
                  <a:pt x="69293" y="45490"/>
                  <a:pt x="66857" y="44083"/>
                </a:cubicBezTo>
                <a:cubicBezTo>
                  <a:pt x="64805" y="42899"/>
                  <a:pt x="62950" y="42854"/>
                  <a:pt x="61036" y="43800"/>
                </a:cubicBezTo>
                <a:cubicBezTo>
                  <a:pt x="59122" y="44747"/>
                  <a:pt x="56575" y="47380"/>
                  <a:pt x="53471" y="51572"/>
                </a:cubicBezTo>
                <a:lnTo>
                  <a:pt x="50663" y="55251"/>
                </a:lnTo>
                <a:cubicBezTo>
                  <a:pt x="43734" y="64587"/>
                  <a:pt x="37428" y="70179"/>
                  <a:pt x="31671" y="72155"/>
                </a:cubicBezTo>
                <a:cubicBezTo>
                  <a:pt x="25968" y="74334"/>
                  <a:pt x="19728" y="73296"/>
                  <a:pt x="12803" y="69298"/>
                </a:cubicBezTo>
                <a:cubicBezTo>
                  <a:pt x="5366" y="65004"/>
                  <a:pt x="1258" y="59384"/>
                  <a:pt x="629" y="52182"/>
                </a:cubicBezTo>
                <a:cubicBezTo>
                  <a:pt x="0" y="44979"/>
                  <a:pt x="2721" y="36121"/>
                  <a:pt x="8792" y="25606"/>
                </a:cubicBezTo>
                <a:cubicBezTo>
                  <a:pt x="11161" y="21502"/>
                  <a:pt x="13989" y="17493"/>
                  <a:pt x="17295" y="13246"/>
                </a:cubicBezTo>
                <a:cubicBezTo>
                  <a:pt x="20602" y="9000"/>
                  <a:pt x="24313" y="4645"/>
                  <a:pt x="2870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66E2E-2006-41E1-8E64-66BFAF1D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898" y="3192719"/>
            <a:ext cx="10" cy="21594"/>
          </a:xfrm>
          <a:custGeom xmlns:a="http://schemas.openxmlformats.org/drawingml/2006/main">
            <a:pathLst>
              <a:path w="1" h="21594">
                <a:moveTo>
                  <a:pt x="0" y="0"/>
                </a:moveTo>
                <a:lnTo>
                  <a:pt x="0" y="215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5E776-B5E7-450C-AEA7-1C7E9EAD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898" y="3192719"/>
            <a:ext cx="10" cy="21594"/>
          </a:xfrm>
          <a:custGeom xmlns:a="http://schemas.openxmlformats.org/drawingml/2006/main">
            <a:pathLst>
              <a:path w="1" h="21594" fill="none">
                <a:moveTo>
                  <a:pt x="0" y="0"/>
                </a:moveTo>
                <a:lnTo>
                  <a:pt x="0" y="21594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9F893-6576-41B4-998C-640702FB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77" y="3871330"/>
            <a:ext cx="131832" cy="78080"/>
          </a:xfrm>
          <a:custGeom xmlns:a="http://schemas.openxmlformats.org/drawingml/2006/main">
            <a:pathLst>
              <a:path w="131832" h="78080">
                <a:moveTo>
                  <a:pt x="0" y="24108"/>
                </a:moveTo>
                <a:lnTo>
                  <a:pt x="13919" y="0"/>
                </a:lnTo>
                <a:lnTo>
                  <a:pt x="89192" y="43459"/>
                </a:lnTo>
                <a:lnTo>
                  <a:pt x="113623" y="1142"/>
                </a:lnTo>
                <a:lnTo>
                  <a:pt x="131832" y="11655"/>
                </a:lnTo>
                <a:lnTo>
                  <a:pt x="93482" y="78080"/>
                </a:lnTo>
                <a:lnTo>
                  <a:pt x="0" y="241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F93FF-8052-45A3-A26D-51E84984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538" y="3789645"/>
            <a:ext cx="131832" cy="78080"/>
          </a:xfrm>
          <a:custGeom xmlns:a="http://schemas.openxmlformats.org/drawingml/2006/main">
            <a:pathLst>
              <a:path w="131832" h="78080">
                <a:moveTo>
                  <a:pt x="0" y="24108"/>
                </a:moveTo>
                <a:lnTo>
                  <a:pt x="13919" y="0"/>
                </a:lnTo>
                <a:lnTo>
                  <a:pt x="89192" y="43459"/>
                </a:lnTo>
                <a:lnTo>
                  <a:pt x="113623" y="1142"/>
                </a:lnTo>
                <a:lnTo>
                  <a:pt x="131832" y="11655"/>
                </a:lnTo>
                <a:lnTo>
                  <a:pt x="93482" y="78080"/>
                </a:lnTo>
                <a:lnTo>
                  <a:pt x="0" y="241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6E89B-5C0E-41CF-A929-008EEEC9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699" y="3628071"/>
            <a:ext cx="153525" cy="157969"/>
          </a:xfrm>
          <a:custGeom xmlns:a="http://schemas.openxmlformats.org/drawingml/2006/main">
            <a:pathLst>
              <a:path w="153525" h="157969">
                <a:moveTo>
                  <a:pt x="0" y="103997"/>
                </a:moveTo>
                <a:lnTo>
                  <a:pt x="17694" y="73349"/>
                </a:lnTo>
                <a:lnTo>
                  <a:pt x="79995" y="80937"/>
                </a:lnTo>
                <a:lnTo>
                  <a:pt x="42348" y="30648"/>
                </a:lnTo>
                <a:lnTo>
                  <a:pt x="60043" y="0"/>
                </a:lnTo>
                <a:lnTo>
                  <a:pt x="153525" y="53972"/>
                </a:lnTo>
                <a:lnTo>
                  <a:pt x="140347" y="76797"/>
                </a:lnTo>
                <a:lnTo>
                  <a:pt x="71998" y="37336"/>
                </a:lnTo>
                <a:lnTo>
                  <a:pt x="109956" y="87976"/>
                </a:lnTo>
                <a:lnTo>
                  <a:pt x="101146" y="103235"/>
                </a:lnTo>
                <a:lnTo>
                  <a:pt x="38312" y="95683"/>
                </a:lnTo>
                <a:lnTo>
                  <a:pt x="106660" y="135144"/>
                </a:lnTo>
                <a:lnTo>
                  <a:pt x="93482" y="157969"/>
                </a:lnTo>
                <a:lnTo>
                  <a:pt x="0" y="1039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46C39-9BC7-49E9-AE5C-06C6A2A1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816" y="3488767"/>
            <a:ext cx="118458" cy="114477"/>
          </a:xfrm>
          <a:custGeom xmlns:a="http://schemas.openxmlformats.org/drawingml/2006/main">
            <a:pathLst>
              <a:path w="118458" h="114477">
                <a:moveTo>
                  <a:pt x="118458" y="47975"/>
                </a:moveTo>
                <a:cubicBezTo>
                  <a:pt x="118175" y="53796"/>
                  <a:pt x="117305" y="59449"/>
                  <a:pt x="115591" y="64786"/>
                </a:cubicBezTo>
                <a:cubicBezTo>
                  <a:pt x="113804" y="70251"/>
                  <a:pt x="111557" y="75622"/>
                  <a:pt x="108596" y="80751"/>
                </a:cubicBezTo>
                <a:cubicBezTo>
                  <a:pt x="99564" y="96396"/>
                  <a:pt x="88225" y="106263"/>
                  <a:pt x="74248" y="110333"/>
                </a:cubicBezTo>
                <a:cubicBezTo>
                  <a:pt x="60400" y="114477"/>
                  <a:pt x="46011" y="112154"/>
                  <a:pt x="31008" y="103492"/>
                </a:cubicBezTo>
                <a:cubicBezTo>
                  <a:pt x="16133" y="94904"/>
                  <a:pt x="6927" y="83605"/>
                  <a:pt x="3463" y="69466"/>
                </a:cubicBezTo>
                <a:cubicBezTo>
                  <a:pt x="0" y="55327"/>
                  <a:pt x="2747" y="40499"/>
                  <a:pt x="11780" y="24855"/>
                </a:cubicBezTo>
                <a:cubicBezTo>
                  <a:pt x="14741" y="19725"/>
                  <a:pt x="18270" y="15094"/>
                  <a:pt x="22237" y="10888"/>
                </a:cubicBezTo>
                <a:cubicBezTo>
                  <a:pt x="26131" y="6809"/>
                  <a:pt x="30463" y="3156"/>
                  <a:pt x="35362" y="0"/>
                </a:cubicBezTo>
                <a:lnTo>
                  <a:pt x="54726" y="11179"/>
                </a:lnTo>
                <a:cubicBezTo>
                  <a:pt x="49057" y="13891"/>
                  <a:pt x="44360" y="16992"/>
                  <a:pt x="40432" y="20538"/>
                </a:cubicBezTo>
                <a:cubicBezTo>
                  <a:pt x="36504" y="24083"/>
                  <a:pt x="33069" y="28255"/>
                  <a:pt x="30330" y="33000"/>
                </a:cubicBezTo>
                <a:cubicBezTo>
                  <a:pt x="25296" y="41720"/>
                  <a:pt x="24193" y="50145"/>
                  <a:pt x="26894" y="58201"/>
                </a:cubicBezTo>
                <a:cubicBezTo>
                  <a:pt x="29594" y="66258"/>
                  <a:pt x="35753" y="73062"/>
                  <a:pt x="45371" y="78615"/>
                </a:cubicBezTo>
                <a:cubicBezTo>
                  <a:pt x="55117" y="84242"/>
                  <a:pt x="64089" y="86173"/>
                  <a:pt x="72416" y="84484"/>
                </a:cubicBezTo>
                <a:cubicBezTo>
                  <a:pt x="80744" y="82795"/>
                  <a:pt x="87361" y="77553"/>
                  <a:pt x="92395" y="68833"/>
                </a:cubicBezTo>
                <a:cubicBezTo>
                  <a:pt x="95134" y="64088"/>
                  <a:pt x="97158" y="59102"/>
                  <a:pt x="98265" y="53928"/>
                </a:cubicBezTo>
                <a:cubicBezTo>
                  <a:pt x="99372" y="48753"/>
                  <a:pt x="99581" y="43061"/>
                  <a:pt x="99094" y="36796"/>
                </a:cubicBezTo>
                <a:lnTo>
                  <a:pt x="118458" y="479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BEC9C-E3F7-4EAB-BC3A-746C636D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03" y="3418099"/>
            <a:ext cx="138177" cy="102627"/>
          </a:xfrm>
          <a:custGeom xmlns:a="http://schemas.openxmlformats.org/drawingml/2006/main">
            <a:pathLst>
              <a:path w="138177" h="102627">
                <a:moveTo>
                  <a:pt x="95475" y="7445"/>
                </a:moveTo>
                <a:lnTo>
                  <a:pt x="138177" y="32098"/>
                </a:lnTo>
                <a:lnTo>
                  <a:pt x="125147" y="54668"/>
                </a:lnTo>
                <a:lnTo>
                  <a:pt x="118222" y="50670"/>
                </a:lnTo>
                <a:lnTo>
                  <a:pt x="92575" y="35863"/>
                </a:lnTo>
                <a:cubicBezTo>
                  <a:pt x="86420" y="32309"/>
                  <a:pt x="82243" y="30068"/>
                  <a:pt x="79786" y="28992"/>
                </a:cubicBezTo>
                <a:cubicBezTo>
                  <a:pt x="77330" y="27916"/>
                  <a:pt x="75367" y="27466"/>
                  <a:pt x="73843" y="27441"/>
                </a:cubicBezTo>
                <a:cubicBezTo>
                  <a:pt x="71914" y="27524"/>
                  <a:pt x="70093" y="28012"/>
                  <a:pt x="68436" y="29106"/>
                </a:cubicBezTo>
                <a:cubicBezTo>
                  <a:pt x="66778" y="30201"/>
                  <a:pt x="65228" y="31700"/>
                  <a:pt x="64192" y="33495"/>
                </a:cubicBezTo>
                <a:cubicBezTo>
                  <a:pt x="61453" y="38240"/>
                  <a:pt x="61101" y="42995"/>
                  <a:pt x="63211" y="47633"/>
                </a:cubicBezTo>
                <a:cubicBezTo>
                  <a:pt x="65246" y="52399"/>
                  <a:pt x="69507" y="56569"/>
                  <a:pt x="75919" y="60270"/>
                </a:cubicBezTo>
                <a:lnTo>
                  <a:pt x="110414" y="80186"/>
                </a:lnTo>
                <a:lnTo>
                  <a:pt x="97457" y="102627"/>
                </a:lnTo>
                <a:lnTo>
                  <a:pt x="0" y="46360"/>
                </a:lnTo>
                <a:lnTo>
                  <a:pt x="12956" y="23919"/>
                </a:lnTo>
                <a:lnTo>
                  <a:pt x="50529" y="45611"/>
                </a:lnTo>
                <a:cubicBezTo>
                  <a:pt x="48350" y="39908"/>
                  <a:pt x="47400" y="34743"/>
                  <a:pt x="47697" y="29786"/>
                </a:cubicBezTo>
                <a:cubicBezTo>
                  <a:pt x="47995" y="24828"/>
                  <a:pt x="49412" y="20004"/>
                  <a:pt x="52077" y="15388"/>
                </a:cubicBezTo>
                <a:cubicBezTo>
                  <a:pt x="56742" y="7309"/>
                  <a:pt x="62860" y="2634"/>
                  <a:pt x="70176" y="1216"/>
                </a:cubicBezTo>
                <a:cubicBezTo>
                  <a:pt x="77546" y="0"/>
                  <a:pt x="85986" y="1966"/>
                  <a:pt x="95475" y="74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26972-7782-40B3-8D51-BB84F8BE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372" y="3332384"/>
            <a:ext cx="105608" cy="95082"/>
          </a:xfrm>
          <a:custGeom xmlns:a="http://schemas.openxmlformats.org/drawingml/2006/main">
            <a:pathLst>
              <a:path w="105608" h="95082">
                <a:moveTo>
                  <a:pt x="54295" y="47409"/>
                </a:moveTo>
                <a:cubicBezTo>
                  <a:pt x="51556" y="52153"/>
                  <a:pt x="50381" y="56262"/>
                  <a:pt x="50587" y="59459"/>
                </a:cubicBezTo>
                <a:cubicBezTo>
                  <a:pt x="50793" y="62656"/>
                  <a:pt x="52435" y="65142"/>
                  <a:pt x="55512" y="66919"/>
                </a:cubicBezTo>
                <a:cubicBezTo>
                  <a:pt x="58333" y="68548"/>
                  <a:pt x="61160" y="68983"/>
                  <a:pt x="63809" y="67948"/>
                </a:cubicBezTo>
                <a:cubicBezTo>
                  <a:pt x="66587" y="66987"/>
                  <a:pt x="68911" y="64738"/>
                  <a:pt x="70836" y="61404"/>
                </a:cubicBezTo>
                <a:cubicBezTo>
                  <a:pt x="73279" y="57172"/>
                  <a:pt x="73941" y="52767"/>
                  <a:pt x="72493" y="48169"/>
                </a:cubicBezTo>
                <a:cubicBezTo>
                  <a:pt x="71044" y="43571"/>
                  <a:pt x="68213" y="39886"/>
                  <a:pt x="63597" y="37220"/>
                </a:cubicBezTo>
                <a:lnTo>
                  <a:pt x="61032" y="35740"/>
                </a:lnTo>
                <a:lnTo>
                  <a:pt x="54295" y="47409"/>
                </a:lnTo>
                <a:close/>
                <a:moveTo>
                  <a:pt x="65599" y="8284"/>
                </a:moveTo>
                <a:lnTo>
                  <a:pt x="105608" y="31383"/>
                </a:lnTo>
                <a:lnTo>
                  <a:pt x="92578" y="53952"/>
                </a:lnTo>
                <a:lnTo>
                  <a:pt x="82191" y="47955"/>
                </a:lnTo>
                <a:cubicBezTo>
                  <a:pt x="84774" y="53550"/>
                  <a:pt x="85927" y="58661"/>
                  <a:pt x="85575" y="63416"/>
                </a:cubicBezTo>
                <a:cubicBezTo>
                  <a:pt x="85149" y="68300"/>
                  <a:pt x="83584" y="73380"/>
                  <a:pt x="80474" y="78766"/>
                </a:cubicBezTo>
                <a:cubicBezTo>
                  <a:pt x="76254" y="86076"/>
                  <a:pt x="70797" y="90790"/>
                  <a:pt x="63974" y="92835"/>
                </a:cubicBezTo>
                <a:cubicBezTo>
                  <a:pt x="57205" y="95082"/>
                  <a:pt x="50433" y="94078"/>
                  <a:pt x="43636" y="90154"/>
                </a:cubicBezTo>
                <a:cubicBezTo>
                  <a:pt x="35429" y="85416"/>
                  <a:pt x="31031" y="79115"/>
                  <a:pt x="30442" y="71252"/>
                </a:cubicBezTo>
                <a:cubicBezTo>
                  <a:pt x="29852" y="63389"/>
                  <a:pt x="33037" y="53430"/>
                  <a:pt x="40070" y="41248"/>
                </a:cubicBezTo>
                <a:lnTo>
                  <a:pt x="47696" y="28040"/>
                </a:lnTo>
                <a:lnTo>
                  <a:pt x="45901" y="27003"/>
                </a:lnTo>
                <a:cubicBezTo>
                  <a:pt x="42439" y="25004"/>
                  <a:pt x="39060" y="24934"/>
                  <a:pt x="35764" y="26793"/>
                </a:cubicBezTo>
                <a:cubicBezTo>
                  <a:pt x="32468" y="28652"/>
                  <a:pt x="29053" y="32493"/>
                  <a:pt x="25647" y="38392"/>
                </a:cubicBezTo>
                <a:cubicBezTo>
                  <a:pt x="22834" y="43265"/>
                  <a:pt x="20756" y="48049"/>
                  <a:pt x="19412" y="52745"/>
                </a:cubicBezTo>
                <a:cubicBezTo>
                  <a:pt x="18069" y="57441"/>
                  <a:pt x="17259" y="62102"/>
                  <a:pt x="17055" y="66601"/>
                </a:cubicBezTo>
                <a:lnTo>
                  <a:pt x="0" y="56754"/>
                </a:lnTo>
                <a:cubicBezTo>
                  <a:pt x="1585" y="51343"/>
                  <a:pt x="3427" y="46080"/>
                  <a:pt x="5599" y="40837"/>
                </a:cubicBezTo>
                <a:cubicBezTo>
                  <a:pt x="7899" y="35668"/>
                  <a:pt x="10328" y="30573"/>
                  <a:pt x="13141" y="25700"/>
                </a:cubicBezTo>
                <a:cubicBezTo>
                  <a:pt x="20397" y="13134"/>
                  <a:pt x="28218" y="5510"/>
                  <a:pt x="36477" y="2755"/>
                </a:cubicBezTo>
                <a:cubicBezTo>
                  <a:pt x="44735" y="0"/>
                  <a:pt x="54443" y="1843"/>
                  <a:pt x="65599" y="8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B91C9-1400-4FD5-A4A3-A40B4968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212" y="3254794"/>
            <a:ext cx="115192" cy="78968"/>
          </a:xfrm>
          <a:custGeom xmlns:a="http://schemas.openxmlformats.org/drawingml/2006/main">
            <a:pathLst>
              <a:path w="115192" h="78968">
                <a:moveTo>
                  <a:pt x="12956" y="11606"/>
                </a:moveTo>
                <a:lnTo>
                  <a:pt x="32832" y="23082"/>
                </a:lnTo>
                <a:lnTo>
                  <a:pt x="46159" y="0"/>
                </a:lnTo>
                <a:lnTo>
                  <a:pt x="62188" y="9254"/>
                </a:lnTo>
                <a:lnTo>
                  <a:pt x="48862" y="32336"/>
                </a:lnTo>
                <a:lnTo>
                  <a:pt x="78612" y="49513"/>
                </a:lnTo>
                <a:cubicBezTo>
                  <a:pt x="81946" y="51438"/>
                  <a:pt x="84496" y="52055"/>
                  <a:pt x="86390" y="51439"/>
                </a:cubicBezTo>
                <a:cubicBezTo>
                  <a:pt x="88285" y="50823"/>
                  <a:pt x="90278" y="48554"/>
                  <a:pt x="92500" y="44707"/>
                </a:cubicBezTo>
                <a:lnTo>
                  <a:pt x="99163" y="33166"/>
                </a:lnTo>
                <a:lnTo>
                  <a:pt x="115192" y="42421"/>
                </a:lnTo>
                <a:lnTo>
                  <a:pt x="104087" y="61656"/>
                </a:lnTo>
                <a:cubicBezTo>
                  <a:pt x="98978" y="70504"/>
                  <a:pt x="93555" y="75751"/>
                  <a:pt x="87689" y="77323"/>
                </a:cubicBezTo>
                <a:cubicBezTo>
                  <a:pt x="81952" y="78968"/>
                  <a:pt x="74632" y="77136"/>
                  <a:pt x="65655" y="71954"/>
                </a:cubicBezTo>
                <a:lnTo>
                  <a:pt x="35905" y="54777"/>
                </a:lnTo>
                <a:lnTo>
                  <a:pt x="29464" y="65934"/>
                </a:lnTo>
                <a:lnTo>
                  <a:pt x="13435" y="56679"/>
                </a:lnTo>
                <a:lnTo>
                  <a:pt x="19876" y="45523"/>
                </a:lnTo>
                <a:lnTo>
                  <a:pt x="0" y="34047"/>
                </a:lnTo>
                <a:lnTo>
                  <a:pt x="12956" y="116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41741-C8FB-45D3-9C26-CE3165F1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821" y="3192719"/>
            <a:ext cx="10" cy="21594"/>
          </a:xfrm>
          <a:custGeom xmlns:a="http://schemas.openxmlformats.org/drawingml/2006/main">
            <a:pathLst>
              <a:path w="1" h="21594">
                <a:moveTo>
                  <a:pt x="0" y="0"/>
                </a:moveTo>
                <a:lnTo>
                  <a:pt x="0" y="215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316FB-13A4-4208-A58F-173D9E6F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821" y="3192719"/>
            <a:ext cx="10" cy="21594"/>
          </a:xfrm>
          <a:custGeom xmlns:a="http://schemas.openxmlformats.org/drawingml/2006/main">
            <a:pathLst>
              <a:path w="1" h="21594" fill="none">
                <a:moveTo>
                  <a:pt x="0" y="0"/>
                </a:moveTo>
                <a:lnTo>
                  <a:pt x="0" y="21594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989B2-2016-498B-9668-E2D6AD40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977" y="3652912"/>
            <a:ext cx="141827" cy="137708"/>
          </a:xfrm>
          <a:custGeom xmlns:a="http://schemas.openxmlformats.org/drawingml/2006/main">
            <a:pathLst>
              <a:path w="141827" h="137708">
                <a:moveTo>
                  <a:pt x="0" y="83736"/>
                </a:moveTo>
                <a:lnTo>
                  <a:pt x="13919" y="59628"/>
                </a:lnTo>
                <a:lnTo>
                  <a:pt x="49568" y="80210"/>
                </a:lnTo>
                <a:lnTo>
                  <a:pt x="70075" y="44690"/>
                </a:lnTo>
                <a:lnTo>
                  <a:pt x="34427" y="24108"/>
                </a:lnTo>
                <a:lnTo>
                  <a:pt x="48345" y="0"/>
                </a:lnTo>
                <a:lnTo>
                  <a:pt x="141827" y="53972"/>
                </a:lnTo>
                <a:lnTo>
                  <a:pt x="127909" y="78080"/>
                </a:lnTo>
                <a:lnTo>
                  <a:pt x="88285" y="55203"/>
                </a:lnTo>
                <a:lnTo>
                  <a:pt x="67777" y="90723"/>
                </a:lnTo>
                <a:lnTo>
                  <a:pt x="107401" y="113600"/>
                </a:lnTo>
                <a:lnTo>
                  <a:pt x="93482" y="137708"/>
                </a:lnTo>
                <a:lnTo>
                  <a:pt x="0" y="837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A700D-DBA1-4308-9CBE-1496E086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247" y="3574059"/>
            <a:ext cx="110863" cy="102903"/>
          </a:xfrm>
          <a:custGeom xmlns:a="http://schemas.openxmlformats.org/drawingml/2006/main">
            <a:pathLst>
              <a:path w="110863" h="102903">
                <a:moveTo>
                  <a:pt x="42830" y="95256"/>
                </a:moveTo>
                <a:lnTo>
                  <a:pt x="0" y="70528"/>
                </a:lnTo>
                <a:lnTo>
                  <a:pt x="13030" y="47959"/>
                </a:lnTo>
                <a:lnTo>
                  <a:pt x="20083" y="52031"/>
                </a:lnTo>
                <a:cubicBezTo>
                  <a:pt x="23930" y="54252"/>
                  <a:pt x="28601" y="57120"/>
                  <a:pt x="34371" y="60451"/>
                </a:cubicBezTo>
                <a:cubicBezTo>
                  <a:pt x="40142" y="63783"/>
                  <a:pt x="43989" y="66004"/>
                  <a:pt x="45784" y="67041"/>
                </a:cubicBezTo>
                <a:cubicBezTo>
                  <a:pt x="51426" y="70298"/>
                  <a:pt x="55604" y="72539"/>
                  <a:pt x="58188" y="73689"/>
                </a:cubicBezTo>
                <a:cubicBezTo>
                  <a:pt x="60901" y="74914"/>
                  <a:pt x="62992" y="75437"/>
                  <a:pt x="64462" y="75260"/>
                </a:cubicBezTo>
                <a:cubicBezTo>
                  <a:pt x="66519" y="75251"/>
                  <a:pt x="68340" y="74763"/>
                  <a:pt x="69998" y="73668"/>
                </a:cubicBezTo>
                <a:cubicBezTo>
                  <a:pt x="71582" y="72702"/>
                  <a:pt x="72929" y="71257"/>
                  <a:pt x="74113" y="69205"/>
                </a:cubicBezTo>
                <a:cubicBezTo>
                  <a:pt x="76779" y="64589"/>
                  <a:pt x="77130" y="59834"/>
                  <a:pt x="75095" y="55068"/>
                </a:cubicBezTo>
                <a:cubicBezTo>
                  <a:pt x="72985" y="50430"/>
                  <a:pt x="68798" y="46132"/>
                  <a:pt x="62386" y="42430"/>
                </a:cubicBezTo>
                <a:lnTo>
                  <a:pt x="27763" y="22441"/>
                </a:lnTo>
                <a:lnTo>
                  <a:pt x="40720" y="0"/>
                </a:lnTo>
                <a:lnTo>
                  <a:pt x="110863" y="40497"/>
                </a:lnTo>
                <a:lnTo>
                  <a:pt x="97907" y="62938"/>
                </a:lnTo>
                <a:lnTo>
                  <a:pt x="87777" y="57089"/>
                </a:lnTo>
                <a:cubicBezTo>
                  <a:pt x="89955" y="62793"/>
                  <a:pt x="90960" y="68160"/>
                  <a:pt x="90534" y="73044"/>
                </a:cubicBezTo>
                <a:cubicBezTo>
                  <a:pt x="90108" y="77927"/>
                  <a:pt x="88765" y="82623"/>
                  <a:pt x="86174" y="87111"/>
                </a:cubicBezTo>
                <a:cubicBezTo>
                  <a:pt x="81435" y="95318"/>
                  <a:pt x="75445" y="100066"/>
                  <a:pt x="68129" y="101485"/>
                </a:cubicBezTo>
                <a:cubicBezTo>
                  <a:pt x="60813" y="102903"/>
                  <a:pt x="52319" y="100735"/>
                  <a:pt x="42830" y="952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D52F7-8324-4430-B1D3-0F5865EC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331" y="3448197"/>
            <a:ext cx="135295" cy="144944"/>
          </a:xfrm>
          <a:custGeom xmlns:a="http://schemas.openxmlformats.org/drawingml/2006/main">
            <a:pathLst>
              <a:path w="135295" h="144944">
                <a:moveTo>
                  <a:pt x="49279" y="46041"/>
                </a:moveTo>
                <a:cubicBezTo>
                  <a:pt x="46548" y="40703"/>
                  <a:pt x="45267" y="35518"/>
                  <a:pt x="45180" y="30338"/>
                </a:cubicBezTo>
                <a:cubicBezTo>
                  <a:pt x="45093" y="25159"/>
                  <a:pt x="46456" y="20132"/>
                  <a:pt x="49195" y="15388"/>
                </a:cubicBezTo>
                <a:cubicBezTo>
                  <a:pt x="53786" y="7437"/>
                  <a:pt x="59904" y="2763"/>
                  <a:pt x="67220" y="1344"/>
                </a:cubicBezTo>
                <a:cubicBezTo>
                  <a:pt x="74664" y="0"/>
                  <a:pt x="83104" y="1966"/>
                  <a:pt x="92593" y="7445"/>
                </a:cubicBezTo>
                <a:lnTo>
                  <a:pt x="135295" y="32098"/>
                </a:lnTo>
                <a:lnTo>
                  <a:pt x="122265" y="54668"/>
                </a:lnTo>
                <a:lnTo>
                  <a:pt x="85718" y="33567"/>
                </a:lnTo>
                <a:cubicBezTo>
                  <a:pt x="85205" y="33271"/>
                  <a:pt x="84638" y="32773"/>
                  <a:pt x="84125" y="32477"/>
                </a:cubicBezTo>
                <a:cubicBezTo>
                  <a:pt x="83612" y="32181"/>
                  <a:pt x="82715" y="31662"/>
                  <a:pt x="81560" y="30996"/>
                </a:cubicBezTo>
                <a:cubicBezTo>
                  <a:pt x="76688" y="28183"/>
                  <a:pt x="72653" y="26879"/>
                  <a:pt x="69530" y="26957"/>
                </a:cubicBezTo>
                <a:cubicBezTo>
                  <a:pt x="66462" y="27237"/>
                  <a:pt x="63975" y="28879"/>
                  <a:pt x="62124" y="32085"/>
                </a:cubicBezTo>
                <a:cubicBezTo>
                  <a:pt x="59607" y="36445"/>
                  <a:pt x="59551" y="40687"/>
                  <a:pt x="61681" y="44994"/>
                </a:cubicBezTo>
                <a:cubicBezTo>
                  <a:pt x="63939" y="49376"/>
                  <a:pt x="68200" y="53545"/>
                  <a:pt x="74740" y="57321"/>
                </a:cubicBezTo>
                <a:lnTo>
                  <a:pt x="109234" y="77237"/>
                </a:lnTo>
                <a:lnTo>
                  <a:pt x="96204" y="99806"/>
                </a:lnTo>
                <a:lnTo>
                  <a:pt x="59658" y="78706"/>
                </a:lnTo>
                <a:cubicBezTo>
                  <a:pt x="51964" y="74263"/>
                  <a:pt x="46518" y="72145"/>
                  <a:pt x="43470" y="72095"/>
                </a:cubicBezTo>
                <a:cubicBezTo>
                  <a:pt x="40549" y="72119"/>
                  <a:pt x="37989" y="73889"/>
                  <a:pt x="36064" y="77223"/>
                </a:cubicBezTo>
                <a:cubicBezTo>
                  <a:pt x="33547" y="81583"/>
                  <a:pt x="33417" y="85954"/>
                  <a:pt x="35547" y="90261"/>
                </a:cubicBezTo>
                <a:cubicBezTo>
                  <a:pt x="37804" y="94642"/>
                  <a:pt x="42139" y="98683"/>
                  <a:pt x="48679" y="102459"/>
                </a:cubicBezTo>
                <a:lnTo>
                  <a:pt x="83174" y="122375"/>
                </a:lnTo>
                <a:lnTo>
                  <a:pt x="70144" y="144944"/>
                </a:lnTo>
                <a:lnTo>
                  <a:pt x="0" y="104446"/>
                </a:lnTo>
                <a:lnTo>
                  <a:pt x="13030" y="81877"/>
                </a:lnTo>
                <a:lnTo>
                  <a:pt x="23289" y="87800"/>
                </a:lnTo>
                <a:cubicBezTo>
                  <a:pt x="20997" y="82886"/>
                  <a:pt x="19898" y="77978"/>
                  <a:pt x="19919" y="73202"/>
                </a:cubicBezTo>
                <a:cubicBezTo>
                  <a:pt x="19941" y="68427"/>
                  <a:pt x="21136" y="63988"/>
                  <a:pt x="23653" y="59628"/>
                </a:cubicBezTo>
                <a:cubicBezTo>
                  <a:pt x="26392" y="54883"/>
                  <a:pt x="30118" y="51392"/>
                  <a:pt x="34573" y="49006"/>
                </a:cubicBezTo>
                <a:cubicBezTo>
                  <a:pt x="39028" y="46620"/>
                  <a:pt x="43991" y="45724"/>
                  <a:pt x="49279" y="460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479D3-50F2-4BD5-B059-7C05389B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992" y="3362355"/>
            <a:ext cx="105608" cy="95082"/>
          </a:xfrm>
          <a:custGeom xmlns:a="http://schemas.openxmlformats.org/drawingml/2006/main">
            <a:pathLst>
              <a:path w="105608" h="95082">
                <a:moveTo>
                  <a:pt x="54295" y="47409"/>
                </a:moveTo>
                <a:cubicBezTo>
                  <a:pt x="51556" y="52153"/>
                  <a:pt x="50381" y="56262"/>
                  <a:pt x="50587" y="59459"/>
                </a:cubicBezTo>
                <a:cubicBezTo>
                  <a:pt x="50793" y="62656"/>
                  <a:pt x="52435" y="65142"/>
                  <a:pt x="55512" y="66919"/>
                </a:cubicBezTo>
                <a:cubicBezTo>
                  <a:pt x="58333" y="68548"/>
                  <a:pt x="61160" y="68983"/>
                  <a:pt x="63809" y="67948"/>
                </a:cubicBezTo>
                <a:cubicBezTo>
                  <a:pt x="66587" y="66987"/>
                  <a:pt x="68911" y="64738"/>
                  <a:pt x="70836" y="61404"/>
                </a:cubicBezTo>
                <a:cubicBezTo>
                  <a:pt x="73279" y="57172"/>
                  <a:pt x="73941" y="52767"/>
                  <a:pt x="72493" y="48169"/>
                </a:cubicBezTo>
                <a:cubicBezTo>
                  <a:pt x="71044" y="43571"/>
                  <a:pt x="68213" y="39886"/>
                  <a:pt x="63597" y="37220"/>
                </a:cubicBezTo>
                <a:lnTo>
                  <a:pt x="61032" y="35740"/>
                </a:lnTo>
                <a:lnTo>
                  <a:pt x="54295" y="47409"/>
                </a:lnTo>
                <a:close/>
                <a:moveTo>
                  <a:pt x="65599" y="8284"/>
                </a:moveTo>
                <a:lnTo>
                  <a:pt x="105608" y="31383"/>
                </a:lnTo>
                <a:lnTo>
                  <a:pt x="92578" y="53952"/>
                </a:lnTo>
                <a:lnTo>
                  <a:pt x="82191" y="47955"/>
                </a:lnTo>
                <a:cubicBezTo>
                  <a:pt x="84774" y="53550"/>
                  <a:pt x="85927" y="58661"/>
                  <a:pt x="85575" y="63416"/>
                </a:cubicBezTo>
                <a:cubicBezTo>
                  <a:pt x="85149" y="68300"/>
                  <a:pt x="83584" y="73380"/>
                  <a:pt x="80474" y="78766"/>
                </a:cubicBezTo>
                <a:cubicBezTo>
                  <a:pt x="76254" y="86076"/>
                  <a:pt x="70797" y="90790"/>
                  <a:pt x="63974" y="92835"/>
                </a:cubicBezTo>
                <a:cubicBezTo>
                  <a:pt x="57205" y="95082"/>
                  <a:pt x="50433" y="94078"/>
                  <a:pt x="43636" y="90154"/>
                </a:cubicBezTo>
                <a:cubicBezTo>
                  <a:pt x="35429" y="85416"/>
                  <a:pt x="31031" y="79115"/>
                  <a:pt x="30442" y="71252"/>
                </a:cubicBezTo>
                <a:cubicBezTo>
                  <a:pt x="29852" y="63389"/>
                  <a:pt x="33037" y="53430"/>
                  <a:pt x="40070" y="41248"/>
                </a:cubicBezTo>
                <a:lnTo>
                  <a:pt x="47696" y="28040"/>
                </a:lnTo>
                <a:lnTo>
                  <a:pt x="45901" y="27003"/>
                </a:lnTo>
                <a:cubicBezTo>
                  <a:pt x="42439" y="25004"/>
                  <a:pt x="39060" y="24934"/>
                  <a:pt x="35764" y="26793"/>
                </a:cubicBezTo>
                <a:cubicBezTo>
                  <a:pt x="32468" y="28652"/>
                  <a:pt x="29053" y="32493"/>
                  <a:pt x="25647" y="38392"/>
                </a:cubicBezTo>
                <a:cubicBezTo>
                  <a:pt x="22834" y="43265"/>
                  <a:pt x="20756" y="48049"/>
                  <a:pt x="19412" y="52745"/>
                </a:cubicBezTo>
                <a:cubicBezTo>
                  <a:pt x="18069" y="57441"/>
                  <a:pt x="17259" y="62102"/>
                  <a:pt x="17055" y="66601"/>
                </a:cubicBezTo>
                <a:lnTo>
                  <a:pt x="0" y="56754"/>
                </a:lnTo>
                <a:cubicBezTo>
                  <a:pt x="1585" y="51343"/>
                  <a:pt x="3427" y="46080"/>
                  <a:pt x="5599" y="40837"/>
                </a:cubicBezTo>
                <a:cubicBezTo>
                  <a:pt x="7899" y="35668"/>
                  <a:pt x="10328" y="30573"/>
                  <a:pt x="13141" y="25700"/>
                </a:cubicBezTo>
                <a:cubicBezTo>
                  <a:pt x="20397" y="13134"/>
                  <a:pt x="28218" y="5510"/>
                  <a:pt x="36477" y="2755"/>
                </a:cubicBezTo>
                <a:cubicBezTo>
                  <a:pt x="44735" y="0"/>
                  <a:pt x="54443" y="1843"/>
                  <a:pt x="65599" y="8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40911-008C-47B6-8C9E-C883BB20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524" y="3270210"/>
            <a:ext cx="110863" cy="102627"/>
          </a:xfrm>
          <a:custGeom xmlns:a="http://schemas.openxmlformats.org/drawingml/2006/main">
            <a:pathLst>
              <a:path w="110863" h="102627">
                <a:moveTo>
                  <a:pt x="68161" y="7445"/>
                </a:moveTo>
                <a:lnTo>
                  <a:pt x="110863" y="32098"/>
                </a:lnTo>
                <a:lnTo>
                  <a:pt x="97833" y="54668"/>
                </a:lnTo>
                <a:lnTo>
                  <a:pt x="90908" y="50670"/>
                </a:lnTo>
                <a:lnTo>
                  <a:pt x="65133" y="35788"/>
                </a:lnTo>
                <a:cubicBezTo>
                  <a:pt x="59106" y="32309"/>
                  <a:pt x="54929" y="30068"/>
                  <a:pt x="52473" y="28992"/>
                </a:cubicBezTo>
                <a:cubicBezTo>
                  <a:pt x="50016" y="27916"/>
                  <a:pt x="48053" y="27466"/>
                  <a:pt x="46529" y="27441"/>
                </a:cubicBezTo>
                <a:cubicBezTo>
                  <a:pt x="44600" y="27524"/>
                  <a:pt x="42780" y="28012"/>
                  <a:pt x="41122" y="29106"/>
                </a:cubicBezTo>
                <a:cubicBezTo>
                  <a:pt x="39464" y="30201"/>
                  <a:pt x="37915" y="31700"/>
                  <a:pt x="36878" y="33495"/>
                </a:cubicBezTo>
                <a:cubicBezTo>
                  <a:pt x="34139" y="38240"/>
                  <a:pt x="33787" y="42995"/>
                  <a:pt x="35897" y="47633"/>
                </a:cubicBezTo>
                <a:cubicBezTo>
                  <a:pt x="37933" y="52399"/>
                  <a:pt x="42193" y="56569"/>
                  <a:pt x="48605" y="60270"/>
                </a:cubicBezTo>
                <a:lnTo>
                  <a:pt x="83100" y="80186"/>
                </a:lnTo>
                <a:lnTo>
                  <a:pt x="70144" y="102627"/>
                </a:lnTo>
                <a:lnTo>
                  <a:pt x="0" y="62129"/>
                </a:lnTo>
                <a:lnTo>
                  <a:pt x="12956" y="39689"/>
                </a:lnTo>
                <a:lnTo>
                  <a:pt x="23215" y="45611"/>
                </a:lnTo>
                <a:cubicBezTo>
                  <a:pt x="21036" y="39908"/>
                  <a:pt x="20086" y="34743"/>
                  <a:pt x="20384" y="29786"/>
                </a:cubicBezTo>
                <a:cubicBezTo>
                  <a:pt x="20681" y="24828"/>
                  <a:pt x="22098" y="20004"/>
                  <a:pt x="24764" y="15388"/>
                </a:cubicBezTo>
                <a:cubicBezTo>
                  <a:pt x="29428" y="7309"/>
                  <a:pt x="35546" y="2634"/>
                  <a:pt x="42862" y="1216"/>
                </a:cubicBezTo>
                <a:cubicBezTo>
                  <a:pt x="50233" y="0"/>
                  <a:pt x="58672" y="1966"/>
                  <a:pt x="68161" y="74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E62B4-5963-4DDC-8345-6BD61BD6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255727"/>
            <a:ext cx="21594" cy="10"/>
          </a:xfrm>
          <a:custGeom xmlns:a="http://schemas.openxmlformats.org/drawingml/2006/main">
            <a:pathLst>
              <a:path w="21594" h="1">
                <a:moveTo>
                  <a:pt x="2159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04068-B64E-48B5-8E7B-A68E0191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255727"/>
            <a:ext cx="21594" cy="10"/>
          </a:xfrm>
          <a:custGeom xmlns:a="http://schemas.openxmlformats.org/drawingml/2006/main">
            <a:pathLst>
              <a:path w="21594" h="1" fill="none">
                <a:moveTo>
                  <a:pt x="215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0B861-40CB-4A58-A800-A3022EBE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56" y="187452"/>
            <a:ext cx="75072" cy="107944"/>
          </a:xfrm>
          <a:custGeom xmlns:a="http://schemas.openxmlformats.org/drawingml/2006/main">
            <a:pathLst>
              <a:path w="75072" h="107944">
                <a:moveTo>
                  <a:pt x="0" y="0"/>
                </a:moveTo>
                <a:lnTo>
                  <a:pt x="75072" y="0"/>
                </a:lnTo>
                <a:lnTo>
                  <a:pt x="75072" y="21026"/>
                </a:lnTo>
                <a:lnTo>
                  <a:pt x="27837" y="21026"/>
                </a:lnTo>
                <a:lnTo>
                  <a:pt x="27837" y="41164"/>
                </a:lnTo>
                <a:lnTo>
                  <a:pt x="72259" y="41164"/>
                </a:lnTo>
                <a:lnTo>
                  <a:pt x="72259" y="62190"/>
                </a:lnTo>
                <a:lnTo>
                  <a:pt x="27837" y="62190"/>
                </a:lnTo>
                <a:lnTo>
                  <a:pt x="27837" y="107944"/>
                </a:ln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E7408-3722-4951-97B7-59548DD5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89" y="214401"/>
            <a:ext cx="81439" cy="82920"/>
          </a:xfrm>
          <a:custGeom xmlns:a="http://schemas.openxmlformats.org/drawingml/2006/main">
            <a:pathLst>
              <a:path w="81439" h="82920">
                <a:moveTo>
                  <a:pt x="0" y="49456"/>
                </a:moveTo>
                <a:lnTo>
                  <a:pt x="0" y="0"/>
                </a:lnTo>
                <a:lnTo>
                  <a:pt x="26061" y="0"/>
                </a:lnTo>
                <a:lnTo>
                  <a:pt x="26061" y="8144"/>
                </a:lnTo>
                <a:cubicBezTo>
                  <a:pt x="26061" y="12586"/>
                  <a:pt x="25912" y="18065"/>
                  <a:pt x="25912" y="24728"/>
                </a:cubicBezTo>
                <a:cubicBezTo>
                  <a:pt x="25912" y="31391"/>
                  <a:pt x="25912" y="35833"/>
                  <a:pt x="25912" y="37906"/>
                </a:cubicBezTo>
                <a:cubicBezTo>
                  <a:pt x="25912" y="44421"/>
                  <a:pt x="26061" y="49160"/>
                  <a:pt x="26357" y="51973"/>
                </a:cubicBezTo>
                <a:cubicBezTo>
                  <a:pt x="26653" y="54934"/>
                  <a:pt x="27245" y="57007"/>
                  <a:pt x="28134" y="58192"/>
                </a:cubicBezTo>
                <a:cubicBezTo>
                  <a:pt x="29170" y="59969"/>
                  <a:pt x="30503" y="61301"/>
                  <a:pt x="32279" y="62190"/>
                </a:cubicBezTo>
                <a:cubicBezTo>
                  <a:pt x="33908" y="63078"/>
                  <a:pt x="35833" y="63522"/>
                  <a:pt x="38202" y="63522"/>
                </a:cubicBezTo>
                <a:cubicBezTo>
                  <a:pt x="43533" y="63522"/>
                  <a:pt x="47827" y="61449"/>
                  <a:pt x="50936" y="57304"/>
                </a:cubicBezTo>
                <a:cubicBezTo>
                  <a:pt x="53898" y="53158"/>
                  <a:pt x="55527" y="47383"/>
                  <a:pt x="55527" y="39979"/>
                </a:cubicBezTo>
                <a:lnTo>
                  <a:pt x="55527" y="0"/>
                </a:lnTo>
                <a:lnTo>
                  <a:pt x="81439" y="0"/>
                </a:lnTo>
                <a:lnTo>
                  <a:pt x="81439" y="80995"/>
                </a:lnTo>
                <a:lnTo>
                  <a:pt x="55527" y="80995"/>
                </a:lnTo>
                <a:lnTo>
                  <a:pt x="55527" y="69297"/>
                </a:lnTo>
                <a:cubicBezTo>
                  <a:pt x="51677" y="74036"/>
                  <a:pt x="47531" y="77589"/>
                  <a:pt x="43089" y="79662"/>
                </a:cubicBezTo>
                <a:cubicBezTo>
                  <a:pt x="38647" y="81735"/>
                  <a:pt x="33908" y="82920"/>
                  <a:pt x="28726" y="82920"/>
                </a:cubicBezTo>
                <a:cubicBezTo>
                  <a:pt x="19249" y="82920"/>
                  <a:pt x="12142" y="80106"/>
                  <a:pt x="7255" y="74480"/>
                </a:cubicBezTo>
                <a:cubicBezTo>
                  <a:pt x="2369" y="68853"/>
                  <a:pt x="0" y="60413"/>
                  <a:pt x="0" y="494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DCBED-9F23-4855-A278-A998CD0C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04" y="212476"/>
            <a:ext cx="81439" cy="82920"/>
          </a:xfrm>
          <a:custGeom xmlns:a="http://schemas.openxmlformats.org/drawingml/2006/main">
            <a:pathLst>
              <a:path w="81439" h="82920">
                <a:moveTo>
                  <a:pt x="81439" y="33612"/>
                </a:moveTo>
                <a:lnTo>
                  <a:pt x="81439" y="82920"/>
                </a:lnTo>
                <a:lnTo>
                  <a:pt x="55379" y="82920"/>
                </a:lnTo>
                <a:lnTo>
                  <a:pt x="55379" y="74924"/>
                </a:lnTo>
                <a:lnTo>
                  <a:pt x="55379" y="45162"/>
                </a:lnTo>
                <a:cubicBezTo>
                  <a:pt x="55379" y="38202"/>
                  <a:pt x="55231" y="33464"/>
                  <a:pt x="54934" y="30799"/>
                </a:cubicBezTo>
                <a:cubicBezTo>
                  <a:pt x="54638" y="28134"/>
                  <a:pt x="54046" y="26209"/>
                  <a:pt x="53306" y="24876"/>
                </a:cubicBezTo>
                <a:cubicBezTo>
                  <a:pt x="52269" y="23247"/>
                  <a:pt x="50936" y="21915"/>
                  <a:pt x="49160" y="21026"/>
                </a:cubicBezTo>
                <a:cubicBezTo>
                  <a:pt x="47383" y="20138"/>
                  <a:pt x="45310" y="19545"/>
                  <a:pt x="43237" y="19545"/>
                </a:cubicBezTo>
                <a:cubicBezTo>
                  <a:pt x="37758" y="19545"/>
                  <a:pt x="33464" y="21618"/>
                  <a:pt x="30503" y="25764"/>
                </a:cubicBezTo>
                <a:cubicBezTo>
                  <a:pt x="27393" y="29910"/>
                  <a:pt x="25912" y="35685"/>
                  <a:pt x="25912" y="43089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3771"/>
                </a:lnTo>
                <a:cubicBezTo>
                  <a:pt x="29762" y="9032"/>
                  <a:pt x="33760" y="5627"/>
                  <a:pt x="38202" y="3406"/>
                </a:cubicBezTo>
                <a:cubicBezTo>
                  <a:pt x="42644" y="1185"/>
                  <a:pt x="47531" y="0"/>
                  <a:pt x="52861" y="0"/>
                </a:cubicBezTo>
                <a:cubicBezTo>
                  <a:pt x="62190" y="0"/>
                  <a:pt x="69297" y="2961"/>
                  <a:pt x="74184" y="8588"/>
                </a:cubicBezTo>
                <a:cubicBezTo>
                  <a:pt x="78922" y="14363"/>
                  <a:pt x="81439" y="22655"/>
                  <a:pt x="81439" y="3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5C6BC-39B8-4855-B041-3ED51874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60" y="212476"/>
            <a:ext cx="71518" cy="84845"/>
          </a:xfrm>
          <a:custGeom xmlns:a="http://schemas.openxmlformats.org/drawingml/2006/main">
            <a:pathLst>
              <a:path w="71518" h="84845">
                <a:moveTo>
                  <a:pt x="71518" y="4442"/>
                </a:moveTo>
                <a:lnTo>
                  <a:pt x="71518" y="25616"/>
                </a:lnTo>
                <a:cubicBezTo>
                  <a:pt x="67965" y="23247"/>
                  <a:pt x="64411" y="21470"/>
                  <a:pt x="60857" y="20286"/>
                </a:cubicBezTo>
                <a:cubicBezTo>
                  <a:pt x="57304" y="19101"/>
                  <a:pt x="53602" y="18509"/>
                  <a:pt x="49900" y="18509"/>
                </a:cubicBezTo>
                <a:cubicBezTo>
                  <a:pt x="42644" y="18509"/>
                  <a:pt x="37018" y="20730"/>
                  <a:pt x="33020" y="24876"/>
                </a:cubicBezTo>
                <a:cubicBezTo>
                  <a:pt x="28874" y="29022"/>
                  <a:pt x="26949" y="34945"/>
                  <a:pt x="26949" y="42496"/>
                </a:cubicBezTo>
                <a:cubicBezTo>
                  <a:pt x="26949" y="50196"/>
                  <a:pt x="28874" y="56119"/>
                  <a:pt x="33020" y="60265"/>
                </a:cubicBezTo>
                <a:cubicBezTo>
                  <a:pt x="37018" y="64411"/>
                  <a:pt x="42644" y="66484"/>
                  <a:pt x="49900" y="66484"/>
                </a:cubicBezTo>
                <a:cubicBezTo>
                  <a:pt x="53898" y="66484"/>
                  <a:pt x="57748" y="65892"/>
                  <a:pt x="61449" y="64707"/>
                </a:cubicBezTo>
                <a:cubicBezTo>
                  <a:pt x="65003" y="63522"/>
                  <a:pt x="68409" y="61746"/>
                  <a:pt x="71518" y="59377"/>
                </a:cubicBezTo>
                <a:lnTo>
                  <a:pt x="71518" y="80551"/>
                </a:lnTo>
                <a:cubicBezTo>
                  <a:pt x="67372" y="82031"/>
                  <a:pt x="63226" y="83068"/>
                  <a:pt x="59080" y="83808"/>
                </a:cubicBezTo>
                <a:cubicBezTo>
                  <a:pt x="54934" y="84401"/>
                  <a:pt x="50788" y="84845"/>
                  <a:pt x="46642" y="84845"/>
                </a:cubicBezTo>
                <a:cubicBezTo>
                  <a:pt x="31983" y="84845"/>
                  <a:pt x="20582" y="81143"/>
                  <a:pt x="12290" y="73739"/>
                </a:cubicBezTo>
                <a:cubicBezTo>
                  <a:pt x="3998" y="66336"/>
                  <a:pt x="0" y="55823"/>
                  <a:pt x="0" y="42496"/>
                </a:cubicBezTo>
                <a:cubicBezTo>
                  <a:pt x="0" y="29170"/>
                  <a:pt x="3998" y="18805"/>
                  <a:pt x="12290" y="11253"/>
                </a:cubicBezTo>
                <a:cubicBezTo>
                  <a:pt x="20582" y="3850"/>
                  <a:pt x="31983" y="0"/>
                  <a:pt x="46642" y="0"/>
                </a:cubicBezTo>
                <a:cubicBezTo>
                  <a:pt x="50788" y="0"/>
                  <a:pt x="54934" y="444"/>
                  <a:pt x="59080" y="1185"/>
                </a:cubicBezTo>
                <a:cubicBezTo>
                  <a:pt x="63226" y="1925"/>
                  <a:pt x="67372" y="2961"/>
                  <a:pt x="71518" y="44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B21C3-EC44-4592-8EDB-7BF6AE07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9" y="185527"/>
            <a:ext cx="85141" cy="111794"/>
          </a:xfrm>
          <a:custGeom xmlns:a="http://schemas.openxmlformats.org/drawingml/2006/main">
            <a:pathLst>
              <a:path w="85141" h="111794">
                <a:moveTo>
                  <a:pt x="78033" y="5331"/>
                </a:moveTo>
                <a:lnTo>
                  <a:pt x="78033" y="28134"/>
                </a:lnTo>
                <a:cubicBezTo>
                  <a:pt x="72111" y="25468"/>
                  <a:pt x="66336" y="23543"/>
                  <a:pt x="60709" y="22211"/>
                </a:cubicBezTo>
                <a:cubicBezTo>
                  <a:pt x="55082" y="20878"/>
                  <a:pt x="49752" y="20138"/>
                  <a:pt x="44717" y="20138"/>
                </a:cubicBezTo>
                <a:cubicBezTo>
                  <a:pt x="38054" y="20138"/>
                  <a:pt x="33168" y="21174"/>
                  <a:pt x="29910" y="22951"/>
                </a:cubicBezTo>
                <a:cubicBezTo>
                  <a:pt x="26653" y="24728"/>
                  <a:pt x="25172" y="27541"/>
                  <a:pt x="25172" y="31391"/>
                </a:cubicBezTo>
                <a:cubicBezTo>
                  <a:pt x="25172" y="34352"/>
                  <a:pt x="26209" y="36722"/>
                  <a:pt x="28430" y="38202"/>
                </a:cubicBezTo>
                <a:cubicBezTo>
                  <a:pt x="30503" y="39831"/>
                  <a:pt x="34501" y="41164"/>
                  <a:pt x="40127" y="42348"/>
                </a:cubicBezTo>
                <a:lnTo>
                  <a:pt x="51973" y="44717"/>
                </a:lnTo>
                <a:cubicBezTo>
                  <a:pt x="63819" y="47087"/>
                  <a:pt x="72407" y="50788"/>
                  <a:pt x="77441" y="55675"/>
                </a:cubicBezTo>
                <a:cubicBezTo>
                  <a:pt x="82476" y="60709"/>
                  <a:pt x="85141" y="67668"/>
                  <a:pt x="85141" y="76701"/>
                </a:cubicBezTo>
                <a:cubicBezTo>
                  <a:pt x="85141" y="88547"/>
                  <a:pt x="81587" y="97431"/>
                  <a:pt x="74480" y="103206"/>
                </a:cubicBezTo>
                <a:cubicBezTo>
                  <a:pt x="67372" y="108980"/>
                  <a:pt x="56711" y="111794"/>
                  <a:pt x="42200" y="111794"/>
                </a:cubicBezTo>
                <a:cubicBezTo>
                  <a:pt x="35389" y="111794"/>
                  <a:pt x="28430" y="111053"/>
                  <a:pt x="21618" y="109869"/>
                </a:cubicBezTo>
                <a:cubicBezTo>
                  <a:pt x="14659" y="108684"/>
                  <a:pt x="7700" y="106907"/>
                  <a:pt x="888" y="104242"/>
                </a:cubicBezTo>
                <a:lnTo>
                  <a:pt x="888" y="80699"/>
                </a:lnTo>
                <a:cubicBezTo>
                  <a:pt x="7700" y="84401"/>
                  <a:pt x="14363" y="87214"/>
                  <a:pt x="20878" y="88991"/>
                </a:cubicBezTo>
                <a:cubicBezTo>
                  <a:pt x="27245" y="90916"/>
                  <a:pt x="33464" y="91804"/>
                  <a:pt x="39535" y="91804"/>
                </a:cubicBezTo>
                <a:cubicBezTo>
                  <a:pt x="45458" y="91804"/>
                  <a:pt x="50196" y="90916"/>
                  <a:pt x="53454" y="88843"/>
                </a:cubicBezTo>
                <a:cubicBezTo>
                  <a:pt x="56711" y="86770"/>
                  <a:pt x="58340" y="83956"/>
                  <a:pt x="58340" y="80106"/>
                </a:cubicBezTo>
                <a:cubicBezTo>
                  <a:pt x="58340" y="76849"/>
                  <a:pt x="57155" y="74184"/>
                  <a:pt x="54934" y="72407"/>
                </a:cubicBezTo>
                <a:cubicBezTo>
                  <a:pt x="52713" y="70630"/>
                  <a:pt x="48419" y="68853"/>
                  <a:pt x="41904" y="67372"/>
                </a:cubicBezTo>
                <a:lnTo>
                  <a:pt x="31095" y="65003"/>
                </a:lnTo>
                <a:cubicBezTo>
                  <a:pt x="20286" y="62634"/>
                  <a:pt x="12438" y="58932"/>
                  <a:pt x="7404" y="53898"/>
                </a:cubicBezTo>
                <a:cubicBezTo>
                  <a:pt x="2369" y="48863"/>
                  <a:pt x="0" y="42052"/>
                  <a:pt x="0" y="33464"/>
                </a:cubicBezTo>
                <a:cubicBezTo>
                  <a:pt x="0" y="22803"/>
                  <a:pt x="3406" y="14511"/>
                  <a:pt x="10365" y="8736"/>
                </a:cubicBezTo>
                <a:cubicBezTo>
                  <a:pt x="17176" y="2961"/>
                  <a:pt x="27245" y="0"/>
                  <a:pt x="40275" y="0"/>
                </a:cubicBezTo>
                <a:cubicBezTo>
                  <a:pt x="46198" y="0"/>
                  <a:pt x="52269" y="444"/>
                  <a:pt x="58488" y="1333"/>
                </a:cubicBezTo>
                <a:cubicBezTo>
                  <a:pt x="64707" y="2221"/>
                  <a:pt x="71222" y="3554"/>
                  <a:pt x="78033" y="53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BDB16-2A26-434B-A609-B15D8B75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88" y="214401"/>
            <a:ext cx="81439" cy="82920"/>
          </a:xfrm>
          <a:custGeom xmlns:a="http://schemas.openxmlformats.org/drawingml/2006/main">
            <a:pathLst>
              <a:path w="81439" h="82920">
                <a:moveTo>
                  <a:pt x="0" y="49456"/>
                </a:moveTo>
                <a:lnTo>
                  <a:pt x="0" y="0"/>
                </a:lnTo>
                <a:lnTo>
                  <a:pt x="26061" y="0"/>
                </a:lnTo>
                <a:lnTo>
                  <a:pt x="26061" y="8144"/>
                </a:lnTo>
                <a:cubicBezTo>
                  <a:pt x="26061" y="12586"/>
                  <a:pt x="25912" y="18065"/>
                  <a:pt x="25912" y="24728"/>
                </a:cubicBezTo>
                <a:cubicBezTo>
                  <a:pt x="25912" y="31391"/>
                  <a:pt x="25912" y="35833"/>
                  <a:pt x="25912" y="37906"/>
                </a:cubicBezTo>
                <a:cubicBezTo>
                  <a:pt x="25912" y="44421"/>
                  <a:pt x="26061" y="49160"/>
                  <a:pt x="26357" y="51973"/>
                </a:cubicBezTo>
                <a:cubicBezTo>
                  <a:pt x="26653" y="54934"/>
                  <a:pt x="27245" y="57007"/>
                  <a:pt x="28134" y="58192"/>
                </a:cubicBezTo>
                <a:cubicBezTo>
                  <a:pt x="29170" y="59969"/>
                  <a:pt x="30503" y="61301"/>
                  <a:pt x="32279" y="62190"/>
                </a:cubicBezTo>
                <a:cubicBezTo>
                  <a:pt x="33908" y="63078"/>
                  <a:pt x="35833" y="63522"/>
                  <a:pt x="38202" y="63522"/>
                </a:cubicBezTo>
                <a:cubicBezTo>
                  <a:pt x="43533" y="63522"/>
                  <a:pt x="47827" y="61449"/>
                  <a:pt x="50936" y="57304"/>
                </a:cubicBezTo>
                <a:cubicBezTo>
                  <a:pt x="53898" y="53158"/>
                  <a:pt x="55527" y="47383"/>
                  <a:pt x="55527" y="39979"/>
                </a:cubicBezTo>
                <a:lnTo>
                  <a:pt x="55527" y="0"/>
                </a:lnTo>
                <a:lnTo>
                  <a:pt x="81439" y="0"/>
                </a:lnTo>
                <a:lnTo>
                  <a:pt x="81439" y="80995"/>
                </a:lnTo>
                <a:lnTo>
                  <a:pt x="55527" y="80995"/>
                </a:lnTo>
                <a:lnTo>
                  <a:pt x="55527" y="69297"/>
                </a:lnTo>
                <a:cubicBezTo>
                  <a:pt x="51677" y="74036"/>
                  <a:pt x="47531" y="77589"/>
                  <a:pt x="43089" y="79662"/>
                </a:cubicBezTo>
                <a:cubicBezTo>
                  <a:pt x="38647" y="81735"/>
                  <a:pt x="33908" y="82920"/>
                  <a:pt x="28726" y="82920"/>
                </a:cubicBezTo>
                <a:cubicBezTo>
                  <a:pt x="19249" y="82920"/>
                  <a:pt x="12142" y="80106"/>
                  <a:pt x="7255" y="74480"/>
                </a:cubicBezTo>
                <a:cubicBezTo>
                  <a:pt x="2369" y="68853"/>
                  <a:pt x="0" y="60413"/>
                  <a:pt x="0" y="494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23F38-8C5D-4DBE-B90A-5A408BD8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55" y="212476"/>
            <a:ext cx="130303" cy="82920"/>
          </a:xfrm>
          <a:custGeom xmlns:a="http://schemas.openxmlformats.org/drawingml/2006/main">
            <a:pathLst>
              <a:path w="130303" h="82920">
                <a:moveTo>
                  <a:pt x="75220" y="15399"/>
                </a:moveTo>
                <a:cubicBezTo>
                  <a:pt x="78478" y="10365"/>
                  <a:pt x="82328" y="6663"/>
                  <a:pt x="86770" y="3998"/>
                </a:cubicBezTo>
                <a:cubicBezTo>
                  <a:pt x="91212" y="1333"/>
                  <a:pt x="96246" y="0"/>
                  <a:pt x="101725" y="0"/>
                </a:cubicBezTo>
                <a:cubicBezTo>
                  <a:pt x="110905" y="0"/>
                  <a:pt x="118013" y="2961"/>
                  <a:pt x="122899" y="8588"/>
                </a:cubicBezTo>
                <a:cubicBezTo>
                  <a:pt x="127785" y="14363"/>
                  <a:pt x="130303" y="22655"/>
                  <a:pt x="130303" y="33612"/>
                </a:cubicBezTo>
                <a:lnTo>
                  <a:pt x="130303" y="82920"/>
                </a:lnTo>
                <a:lnTo>
                  <a:pt x="104242" y="82920"/>
                </a:lnTo>
                <a:lnTo>
                  <a:pt x="104242" y="40720"/>
                </a:lnTo>
                <a:cubicBezTo>
                  <a:pt x="104242" y="40127"/>
                  <a:pt x="104390" y="39387"/>
                  <a:pt x="104390" y="38795"/>
                </a:cubicBezTo>
                <a:cubicBezTo>
                  <a:pt x="104390" y="38202"/>
                  <a:pt x="104390" y="37166"/>
                  <a:pt x="104390" y="35833"/>
                </a:cubicBezTo>
                <a:cubicBezTo>
                  <a:pt x="104390" y="30206"/>
                  <a:pt x="103502" y="26061"/>
                  <a:pt x="101873" y="23395"/>
                </a:cubicBezTo>
                <a:cubicBezTo>
                  <a:pt x="100096" y="20878"/>
                  <a:pt x="97431" y="19545"/>
                  <a:pt x="93729" y="19545"/>
                </a:cubicBezTo>
                <a:cubicBezTo>
                  <a:pt x="88695" y="19545"/>
                  <a:pt x="84993" y="21618"/>
                  <a:pt x="82328" y="25616"/>
                </a:cubicBezTo>
                <a:cubicBezTo>
                  <a:pt x="79662" y="29762"/>
                  <a:pt x="78182" y="35537"/>
                  <a:pt x="78182" y="43089"/>
                </a:cubicBezTo>
                <a:lnTo>
                  <a:pt x="78182" y="82920"/>
                </a:lnTo>
                <a:lnTo>
                  <a:pt x="52121" y="82920"/>
                </a:lnTo>
                <a:lnTo>
                  <a:pt x="52121" y="40720"/>
                </a:lnTo>
                <a:cubicBezTo>
                  <a:pt x="52121" y="31835"/>
                  <a:pt x="51233" y="26061"/>
                  <a:pt x="49752" y="23395"/>
                </a:cubicBezTo>
                <a:cubicBezTo>
                  <a:pt x="48271" y="20878"/>
                  <a:pt x="45458" y="19545"/>
                  <a:pt x="41608" y="19545"/>
                </a:cubicBezTo>
                <a:cubicBezTo>
                  <a:pt x="36574" y="19545"/>
                  <a:pt x="32724" y="21618"/>
                  <a:pt x="30058" y="25616"/>
                </a:cubicBezTo>
                <a:cubicBezTo>
                  <a:pt x="27393" y="29762"/>
                  <a:pt x="26061" y="35537"/>
                  <a:pt x="26061" y="43089"/>
                </a:cubicBezTo>
                <a:lnTo>
                  <a:pt x="26061" y="82920"/>
                </a:lnTo>
                <a:lnTo>
                  <a:pt x="0" y="82920"/>
                </a:lnTo>
                <a:lnTo>
                  <a:pt x="0" y="1925"/>
                </a:lnTo>
                <a:lnTo>
                  <a:pt x="26061" y="1925"/>
                </a:lnTo>
                <a:lnTo>
                  <a:pt x="26061" y="13771"/>
                </a:lnTo>
                <a:cubicBezTo>
                  <a:pt x="29170" y="9328"/>
                  <a:pt x="32872" y="5923"/>
                  <a:pt x="37018" y="3554"/>
                </a:cubicBezTo>
                <a:cubicBezTo>
                  <a:pt x="41164" y="1185"/>
                  <a:pt x="45606" y="0"/>
                  <a:pt x="50640" y="0"/>
                </a:cubicBezTo>
                <a:cubicBezTo>
                  <a:pt x="56119" y="0"/>
                  <a:pt x="61005" y="1481"/>
                  <a:pt x="65299" y="4146"/>
                </a:cubicBezTo>
                <a:cubicBezTo>
                  <a:pt x="69593" y="6811"/>
                  <a:pt x="72851" y="10661"/>
                  <a:pt x="75220" y="15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CCD44A-7F90-449F-BD5E-13ADAB2F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45" y="212476"/>
            <a:ext cx="130303" cy="82920"/>
          </a:xfrm>
          <a:custGeom xmlns:a="http://schemas.openxmlformats.org/drawingml/2006/main">
            <a:pathLst>
              <a:path w="130303" h="82920">
                <a:moveTo>
                  <a:pt x="75220" y="15399"/>
                </a:moveTo>
                <a:cubicBezTo>
                  <a:pt x="78478" y="10365"/>
                  <a:pt x="82328" y="6663"/>
                  <a:pt x="86770" y="3998"/>
                </a:cubicBezTo>
                <a:cubicBezTo>
                  <a:pt x="91212" y="1333"/>
                  <a:pt x="96246" y="0"/>
                  <a:pt x="101725" y="0"/>
                </a:cubicBezTo>
                <a:cubicBezTo>
                  <a:pt x="110905" y="0"/>
                  <a:pt x="118013" y="2961"/>
                  <a:pt x="122899" y="8588"/>
                </a:cubicBezTo>
                <a:cubicBezTo>
                  <a:pt x="127785" y="14363"/>
                  <a:pt x="130303" y="22655"/>
                  <a:pt x="130303" y="33612"/>
                </a:cubicBezTo>
                <a:lnTo>
                  <a:pt x="130303" y="82920"/>
                </a:lnTo>
                <a:lnTo>
                  <a:pt x="104242" y="82920"/>
                </a:lnTo>
                <a:lnTo>
                  <a:pt x="104242" y="40720"/>
                </a:lnTo>
                <a:cubicBezTo>
                  <a:pt x="104242" y="40127"/>
                  <a:pt x="104390" y="39387"/>
                  <a:pt x="104390" y="38795"/>
                </a:cubicBezTo>
                <a:cubicBezTo>
                  <a:pt x="104390" y="38202"/>
                  <a:pt x="104390" y="37166"/>
                  <a:pt x="104390" y="35833"/>
                </a:cubicBezTo>
                <a:cubicBezTo>
                  <a:pt x="104390" y="30206"/>
                  <a:pt x="103502" y="26061"/>
                  <a:pt x="101873" y="23395"/>
                </a:cubicBezTo>
                <a:cubicBezTo>
                  <a:pt x="100096" y="20878"/>
                  <a:pt x="97431" y="19545"/>
                  <a:pt x="93729" y="19545"/>
                </a:cubicBezTo>
                <a:cubicBezTo>
                  <a:pt x="88695" y="19545"/>
                  <a:pt x="84993" y="21618"/>
                  <a:pt x="82328" y="25616"/>
                </a:cubicBezTo>
                <a:cubicBezTo>
                  <a:pt x="79662" y="29762"/>
                  <a:pt x="78182" y="35537"/>
                  <a:pt x="78182" y="43089"/>
                </a:cubicBezTo>
                <a:lnTo>
                  <a:pt x="78182" y="82920"/>
                </a:lnTo>
                <a:lnTo>
                  <a:pt x="52121" y="82920"/>
                </a:lnTo>
                <a:lnTo>
                  <a:pt x="52121" y="40720"/>
                </a:lnTo>
                <a:cubicBezTo>
                  <a:pt x="52121" y="31835"/>
                  <a:pt x="51233" y="26061"/>
                  <a:pt x="49752" y="23395"/>
                </a:cubicBezTo>
                <a:cubicBezTo>
                  <a:pt x="48271" y="20878"/>
                  <a:pt x="45458" y="19545"/>
                  <a:pt x="41608" y="19545"/>
                </a:cubicBezTo>
                <a:cubicBezTo>
                  <a:pt x="36574" y="19545"/>
                  <a:pt x="32724" y="21618"/>
                  <a:pt x="30058" y="25616"/>
                </a:cubicBezTo>
                <a:cubicBezTo>
                  <a:pt x="27393" y="29762"/>
                  <a:pt x="26061" y="35537"/>
                  <a:pt x="26061" y="43089"/>
                </a:cubicBezTo>
                <a:lnTo>
                  <a:pt x="26061" y="82920"/>
                </a:lnTo>
                <a:lnTo>
                  <a:pt x="0" y="82920"/>
                </a:lnTo>
                <a:lnTo>
                  <a:pt x="0" y="1925"/>
                </a:lnTo>
                <a:lnTo>
                  <a:pt x="26061" y="1925"/>
                </a:lnTo>
                <a:lnTo>
                  <a:pt x="26061" y="13771"/>
                </a:lnTo>
                <a:cubicBezTo>
                  <a:pt x="29170" y="9328"/>
                  <a:pt x="32872" y="5923"/>
                  <a:pt x="37018" y="3554"/>
                </a:cubicBezTo>
                <a:cubicBezTo>
                  <a:pt x="41164" y="1185"/>
                  <a:pt x="45606" y="0"/>
                  <a:pt x="50640" y="0"/>
                </a:cubicBezTo>
                <a:cubicBezTo>
                  <a:pt x="56119" y="0"/>
                  <a:pt x="61005" y="1481"/>
                  <a:pt x="65299" y="4146"/>
                </a:cubicBezTo>
                <a:cubicBezTo>
                  <a:pt x="69593" y="6811"/>
                  <a:pt x="72851" y="10661"/>
                  <a:pt x="75220" y="15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0E51A-B894-43C5-9BBB-6CCE532A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2" y="212476"/>
            <a:ext cx="81883" cy="84845"/>
          </a:xfrm>
          <a:custGeom xmlns:a="http://schemas.openxmlformats.org/drawingml/2006/main">
            <a:pathLst>
              <a:path w="81883" h="84845">
                <a:moveTo>
                  <a:pt x="42348" y="46494"/>
                </a:moveTo>
                <a:cubicBezTo>
                  <a:pt x="36870" y="46494"/>
                  <a:pt x="32724" y="47531"/>
                  <a:pt x="30058" y="49308"/>
                </a:cubicBezTo>
                <a:cubicBezTo>
                  <a:pt x="27393" y="51085"/>
                  <a:pt x="26061" y="53750"/>
                  <a:pt x="26061" y="57304"/>
                </a:cubicBezTo>
                <a:cubicBezTo>
                  <a:pt x="26061" y="60561"/>
                  <a:pt x="27097" y="63226"/>
                  <a:pt x="29318" y="65003"/>
                </a:cubicBezTo>
                <a:cubicBezTo>
                  <a:pt x="31539" y="66928"/>
                  <a:pt x="34649" y="67817"/>
                  <a:pt x="38498" y="67817"/>
                </a:cubicBezTo>
                <a:cubicBezTo>
                  <a:pt x="43385" y="67817"/>
                  <a:pt x="47531" y="66188"/>
                  <a:pt x="50788" y="62634"/>
                </a:cubicBezTo>
                <a:cubicBezTo>
                  <a:pt x="54046" y="59080"/>
                  <a:pt x="55823" y="54786"/>
                  <a:pt x="55823" y="49456"/>
                </a:cubicBezTo>
                <a:lnTo>
                  <a:pt x="55823" y="46494"/>
                </a:lnTo>
                <a:lnTo>
                  <a:pt x="42348" y="46494"/>
                </a:lnTo>
                <a:close/>
                <a:moveTo>
                  <a:pt x="81883" y="36722"/>
                </a:moveTo>
                <a:lnTo>
                  <a:pt x="81883" y="82920"/>
                </a:lnTo>
                <a:lnTo>
                  <a:pt x="55823" y="82920"/>
                </a:lnTo>
                <a:lnTo>
                  <a:pt x="55823" y="70926"/>
                </a:lnTo>
                <a:cubicBezTo>
                  <a:pt x="52269" y="75960"/>
                  <a:pt x="48419" y="79514"/>
                  <a:pt x="44125" y="81587"/>
                </a:cubicBezTo>
                <a:cubicBezTo>
                  <a:pt x="39683" y="83660"/>
                  <a:pt x="34501" y="84845"/>
                  <a:pt x="28282" y="84845"/>
                </a:cubicBezTo>
                <a:cubicBezTo>
                  <a:pt x="19842" y="84845"/>
                  <a:pt x="13030" y="82476"/>
                  <a:pt x="7848" y="77589"/>
                </a:cubicBezTo>
                <a:cubicBezTo>
                  <a:pt x="2517" y="72851"/>
                  <a:pt x="0" y="66484"/>
                  <a:pt x="0" y="58636"/>
                </a:cubicBezTo>
                <a:cubicBezTo>
                  <a:pt x="0" y="49160"/>
                  <a:pt x="3258" y="42200"/>
                  <a:pt x="9773" y="37758"/>
                </a:cubicBezTo>
                <a:cubicBezTo>
                  <a:pt x="16288" y="33316"/>
                  <a:pt x="26505" y="31095"/>
                  <a:pt x="40571" y="31095"/>
                </a:cubicBezTo>
                <a:lnTo>
                  <a:pt x="55823" y="31095"/>
                </a:lnTo>
                <a:lnTo>
                  <a:pt x="55823" y="29022"/>
                </a:lnTo>
                <a:cubicBezTo>
                  <a:pt x="55823" y="25024"/>
                  <a:pt x="54194" y="22063"/>
                  <a:pt x="50936" y="20138"/>
                </a:cubicBezTo>
                <a:cubicBezTo>
                  <a:pt x="47679" y="18213"/>
                  <a:pt x="42644" y="17176"/>
                  <a:pt x="35833" y="17176"/>
                </a:cubicBezTo>
                <a:cubicBezTo>
                  <a:pt x="30206" y="17176"/>
                  <a:pt x="25024" y="17769"/>
                  <a:pt x="20286" y="18953"/>
                </a:cubicBezTo>
                <a:cubicBezTo>
                  <a:pt x="15547" y="20138"/>
                  <a:pt x="11105" y="21766"/>
                  <a:pt x="7107" y="23839"/>
                </a:cubicBezTo>
                <a:lnTo>
                  <a:pt x="7107" y="4146"/>
                </a:lnTo>
                <a:cubicBezTo>
                  <a:pt x="12586" y="2813"/>
                  <a:pt x="18065" y="1777"/>
                  <a:pt x="23691" y="1036"/>
                </a:cubicBezTo>
                <a:cubicBezTo>
                  <a:pt x="29318" y="444"/>
                  <a:pt x="34945" y="0"/>
                  <a:pt x="40571" y="0"/>
                </a:cubicBezTo>
                <a:cubicBezTo>
                  <a:pt x="55082" y="0"/>
                  <a:pt x="65595" y="2961"/>
                  <a:pt x="72111" y="8736"/>
                </a:cubicBezTo>
                <a:cubicBezTo>
                  <a:pt x="78626" y="14511"/>
                  <a:pt x="81883" y="23839"/>
                  <a:pt x="81883" y="367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37F77-59FD-443A-9567-B9B22EBB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31" y="212476"/>
            <a:ext cx="60117" cy="82920"/>
          </a:xfrm>
          <a:custGeom xmlns:a="http://schemas.openxmlformats.org/drawingml/2006/main">
            <a:pathLst>
              <a:path w="60117" h="82920">
                <a:moveTo>
                  <a:pt x="60117" y="23988"/>
                </a:moveTo>
                <a:cubicBezTo>
                  <a:pt x="57748" y="22951"/>
                  <a:pt x="55527" y="22211"/>
                  <a:pt x="53306" y="21618"/>
                </a:cubicBezTo>
                <a:cubicBezTo>
                  <a:pt x="51085" y="21174"/>
                  <a:pt x="48863" y="20878"/>
                  <a:pt x="46642" y="20878"/>
                </a:cubicBezTo>
                <a:cubicBezTo>
                  <a:pt x="39979" y="20878"/>
                  <a:pt x="34797" y="23099"/>
                  <a:pt x="31243" y="27245"/>
                </a:cubicBezTo>
                <a:cubicBezTo>
                  <a:pt x="27689" y="31539"/>
                  <a:pt x="25912" y="37610"/>
                  <a:pt x="25912" y="45606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5251"/>
                </a:lnTo>
                <a:cubicBezTo>
                  <a:pt x="29170" y="9921"/>
                  <a:pt x="32872" y="6071"/>
                  <a:pt x="37314" y="3702"/>
                </a:cubicBezTo>
                <a:cubicBezTo>
                  <a:pt x="41608" y="1333"/>
                  <a:pt x="46790" y="0"/>
                  <a:pt x="52861" y="0"/>
                </a:cubicBezTo>
                <a:cubicBezTo>
                  <a:pt x="53750" y="0"/>
                  <a:pt x="54638" y="148"/>
                  <a:pt x="55675" y="148"/>
                </a:cubicBezTo>
                <a:cubicBezTo>
                  <a:pt x="56563" y="148"/>
                  <a:pt x="58044" y="296"/>
                  <a:pt x="60117" y="592"/>
                </a:cubicBezTo>
                <a:lnTo>
                  <a:pt x="60117" y="239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D07AD-95C8-4920-938A-5935FD88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769" y="214401"/>
            <a:ext cx="92100" cy="112830"/>
          </a:xfrm>
          <a:custGeom xmlns:a="http://schemas.openxmlformats.org/drawingml/2006/main">
            <a:pathLst>
              <a:path w="92100" h="112830">
                <a:moveTo>
                  <a:pt x="0" y="0"/>
                </a:moveTo>
                <a:lnTo>
                  <a:pt x="25912" y="0"/>
                </a:lnTo>
                <a:lnTo>
                  <a:pt x="47679" y="54934"/>
                </a:lnTo>
                <a:lnTo>
                  <a:pt x="66188" y="0"/>
                </a:lnTo>
                <a:lnTo>
                  <a:pt x="92100" y="0"/>
                </a:lnTo>
                <a:lnTo>
                  <a:pt x="58044" y="88547"/>
                </a:lnTo>
                <a:cubicBezTo>
                  <a:pt x="54490" y="97431"/>
                  <a:pt x="50492" y="103798"/>
                  <a:pt x="46050" y="107352"/>
                </a:cubicBezTo>
                <a:cubicBezTo>
                  <a:pt x="41460" y="110905"/>
                  <a:pt x="35389" y="112830"/>
                  <a:pt x="27985" y="112830"/>
                </a:cubicBezTo>
                <a:lnTo>
                  <a:pt x="13030" y="112830"/>
                </a:lnTo>
                <a:lnTo>
                  <a:pt x="13030" y="95802"/>
                </a:lnTo>
                <a:lnTo>
                  <a:pt x="21174" y="95802"/>
                </a:lnTo>
                <a:cubicBezTo>
                  <a:pt x="25468" y="95802"/>
                  <a:pt x="28578" y="95062"/>
                  <a:pt x="30651" y="93729"/>
                </a:cubicBezTo>
                <a:cubicBezTo>
                  <a:pt x="32724" y="92248"/>
                  <a:pt x="34204" y="89731"/>
                  <a:pt x="35389" y="86177"/>
                </a:cubicBezTo>
                <a:lnTo>
                  <a:pt x="36129" y="839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90C060-964F-45A0-8773-C0FBEBB9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647326"/>
            <a:ext cx="21594" cy="10"/>
          </a:xfrm>
          <a:custGeom xmlns:a="http://schemas.openxmlformats.org/drawingml/2006/main">
            <a:pathLst>
              <a:path w="21594" h="1">
                <a:moveTo>
                  <a:pt x="2159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017CF-C6BD-40DA-97A5-0D56D224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647326"/>
            <a:ext cx="21594" cy="10"/>
          </a:xfrm>
          <a:custGeom xmlns:a="http://schemas.openxmlformats.org/drawingml/2006/main">
            <a:pathLst>
              <a:path w="21594" h="1" fill="none">
                <a:moveTo>
                  <a:pt x="215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27449-7972-41F0-8CBD-BB5A5F94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40" y="580208"/>
            <a:ext cx="75072" cy="107944"/>
          </a:xfrm>
          <a:custGeom xmlns:a="http://schemas.openxmlformats.org/drawingml/2006/main">
            <a:pathLst>
              <a:path w="75072" h="107944">
                <a:moveTo>
                  <a:pt x="0" y="0"/>
                </a:moveTo>
                <a:lnTo>
                  <a:pt x="75072" y="0"/>
                </a:lnTo>
                <a:lnTo>
                  <a:pt x="75072" y="21026"/>
                </a:lnTo>
                <a:lnTo>
                  <a:pt x="27837" y="21026"/>
                </a:lnTo>
                <a:lnTo>
                  <a:pt x="27837" y="41164"/>
                </a:lnTo>
                <a:lnTo>
                  <a:pt x="72259" y="41164"/>
                </a:lnTo>
                <a:lnTo>
                  <a:pt x="72259" y="62190"/>
                </a:lnTo>
                <a:lnTo>
                  <a:pt x="27837" y="62190"/>
                </a:lnTo>
                <a:lnTo>
                  <a:pt x="27837" y="107944"/>
                </a:ln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CD32D-EC4A-4149-A0E4-5BD28492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73" y="607157"/>
            <a:ext cx="81439" cy="82920"/>
          </a:xfrm>
          <a:custGeom xmlns:a="http://schemas.openxmlformats.org/drawingml/2006/main">
            <a:pathLst>
              <a:path w="81439" h="82920">
                <a:moveTo>
                  <a:pt x="0" y="49456"/>
                </a:moveTo>
                <a:lnTo>
                  <a:pt x="0" y="0"/>
                </a:lnTo>
                <a:lnTo>
                  <a:pt x="26061" y="0"/>
                </a:lnTo>
                <a:lnTo>
                  <a:pt x="26061" y="8144"/>
                </a:lnTo>
                <a:cubicBezTo>
                  <a:pt x="26061" y="12586"/>
                  <a:pt x="25912" y="18065"/>
                  <a:pt x="25912" y="24728"/>
                </a:cubicBezTo>
                <a:cubicBezTo>
                  <a:pt x="25912" y="31391"/>
                  <a:pt x="25912" y="35833"/>
                  <a:pt x="25912" y="37906"/>
                </a:cubicBezTo>
                <a:cubicBezTo>
                  <a:pt x="25912" y="44421"/>
                  <a:pt x="26061" y="49160"/>
                  <a:pt x="26357" y="51973"/>
                </a:cubicBezTo>
                <a:cubicBezTo>
                  <a:pt x="26653" y="54934"/>
                  <a:pt x="27245" y="57007"/>
                  <a:pt x="28134" y="58192"/>
                </a:cubicBezTo>
                <a:cubicBezTo>
                  <a:pt x="29170" y="59969"/>
                  <a:pt x="30503" y="61301"/>
                  <a:pt x="32279" y="62190"/>
                </a:cubicBezTo>
                <a:cubicBezTo>
                  <a:pt x="33908" y="63078"/>
                  <a:pt x="35833" y="63522"/>
                  <a:pt x="38202" y="63522"/>
                </a:cubicBezTo>
                <a:cubicBezTo>
                  <a:pt x="43533" y="63522"/>
                  <a:pt x="47827" y="61449"/>
                  <a:pt x="50936" y="57304"/>
                </a:cubicBezTo>
                <a:cubicBezTo>
                  <a:pt x="53898" y="53158"/>
                  <a:pt x="55527" y="47383"/>
                  <a:pt x="55527" y="39979"/>
                </a:cubicBezTo>
                <a:lnTo>
                  <a:pt x="55527" y="0"/>
                </a:lnTo>
                <a:lnTo>
                  <a:pt x="81439" y="0"/>
                </a:lnTo>
                <a:lnTo>
                  <a:pt x="81439" y="80995"/>
                </a:lnTo>
                <a:lnTo>
                  <a:pt x="55527" y="80995"/>
                </a:lnTo>
                <a:lnTo>
                  <a:pt x="55527" y="69297"/>
                </a:lnTo>
                <a:cubicBezTo>
                  <a:pt x="51677" y="74036"/>
                  <a:pt x="47531" y="77589"/>
                  <a:pt x="43089" y="79662"/>
                </a:cubicBezTo>
                <a:cubicBezTo>
                  <a:pt x="38647" y="81735"/>
                  <a:pt x="33908" y="82920"/>
                  <a:pt x="28726" y="82920"/>
                </a:cubicBezTo>
                <a:cubicBezTo>
                  <a:pt x="19249" y="82920"/>
                  <a:pt x="12142" y="80106"/>
                  <a:pt x="7255" y="74480"/>
                </a:cubicBezTo>
                <a:cubicBezTo>
                  <a:pt x="2369" y="68853"/>
                  <a:pt x="0" y="60413"/>
                  <a:pt x="0" y="494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9B118-926D-4D5E-8A23-E07950CE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88" y="605232"/>
            <a:ext cx="81439" cy="82920"/>
          </a:xfrm>
          <a:custGeom xmlns:a="http://schemas.openxmlformats.org/drawingml/2006/main">
            <a:pathLst>
              <a:path w="81439" h="82920">
                <a:moveTo>
                  <a:pt x="81439" y="33612"/>
                </a:moveTo>
                <a:lnTo>
                  <a:pt x="81439" y="82920"/>
                </a:lnTo>
                <a:lnTo>
                  <a:pt x="55379" y="82920"/>
                </a:lnTo>
                <a:lnTo>
                  <a:pt x="55379" y="74924"/>
                </a:lnTo>
                <a:lnTo>
                  <a:pt x="55379" y="45162"/>
                </a:lnTo>
                <a:cubicBezTo>
                  <a:pt x="55379" y="38202"/>
                  <a:pt x="55231" y="33464"/>
                  <a:pt x="54934" y="30799"/>
                </a:cubicBezTo>
                <a:cubicBezTo>
                  <a:pt x="54638" y="28134"/>
                  <a:pt x="54046" y="26209"/>
                  <a:pt x="53306" y="24876"/>
                </a:cubicBezTo>
                <a:cubicBezTo>
                  <a:pt x="52269" y="23247"/>
                  <a:pt x="50936" y="21915"/>
                  <a:pt x="49160" y="21026"/>
                </a:cubicBezTo>
                <a:cubicBezTo>
                  <a:pt x="47383" y="20138"/>
                  <a:pt x="45310" y="19545"/>
                  <a:pt x="43237" y="19545"/>
                </a:cubicBezTo>
                <a:cubicBezTo>
                  <a:pt x="37758" y="19545"/>
                  <a:pt x="33464" y="21618"/>
                  <a:pt x="30503" y="25764"/>
                </a:cubicBezTo>
                <a:cubicBezTo>
                  <a:pt x="27393" y="29910"/>
                  <a:pt x="25912" y="35685"/>
                  <a:pt x="25912" y="43089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3771"/>
                </a:lnTo>
                <a:cubicBezTo>
                  <a:pt x="29762" y="9032"/>
                  <a:pt x="33760" y="5627"/>
                  <a:pt x="38202" y="3406"/>
                </a:cubicBezTo>
                <a:cubicBezTo>
                  <a:pt x="42644" y="1185"/>
                  <a:pt x="47531" y="0"/>
                  <a:pt x="52861" y="0"/>
                </a:cubicBezTo>
                <a:cubicBezTo>
                  <a:pt x="62190" y="0"/>
                  <a:pt x="69297" y="2961"/>
                  <a:pt x="74184" y="8588"/>
                </a:cubicBezTo>
                <a:cubicBezTo>
                  <a:pt x="78922" y="14363"/>
                  <a:pt x="81439" y="22655"/>
                  <a:pt x="81439" y="3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520F3-D380-4892-9899-0DEBD4C3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44" y="605232"/>
            <a:ext cx="71518" cy="84845"/>
          </a:xfrm>
          <a:custGeom xmlns:a="http://schemas.openxmlformats.org/drawingml/2006/main">
            <a:pathLst>
              <a:path w="71518" h="84845">
                <a:moveTo>
                  <a:pt x="71518" y="4442"/>
                </a:moveTo>
                <a:lnTo>
                  <a:pt x="71518" y="25616"/>
                </a:lnTo>
                <a:cubicBezTo>
                  <a:pt x="67965" y="23247"/>
                  <a:pt x="64411" y="21470"/>
                  <a:pt x="60857" y="20286"/>
                </a:cubicBezTo>
                <a:cubicBezTo>
                  <a:pt x="57304" y="19101"/>
                  <a:pt x="53602" y="18509"/>
                  <a:pt x="49900" y="18509"/>
                </a:cubicBezTo>
                <a:cubicBezTo>
                  <a:pt x="42644" y="18509"/>
                  <a:pt x="37018" y="20730"/>
                  <a:pt x="33020" y="24876"/>
                </a:cubicBezTo>
                <a:cubicBezTo>
                  <a:pt x="28874" y="29022"/>
                  <a:pt x="26949" y="34945"/>
                  <a:pt x="26949" y="42496"/>
                </a:cubicBezTo>
                <a:cubicBezTo>
                  <a:pt x="26949" y="50196"/>
                  <a:pt x="28874" y="56119"/>
                  <a:pt x="33020" y="60265"/>
                </a:cubicBezTo>
                <a:cubicBezTo>
                  <a:pt x="37018" y="64411"/>
                  <a:pt x="42644" y="66484"/>
                  <a:pt x="49900" y="66484"/>
                </a:cubicBezTo>
                <a:cubicBezTo>
                  <a:pt x="53898" y="66484"/>
                  <a:pt x="57748" y="65892"/>
                  <a:pt x="61449" y="64707"/>
                </a:cubicBezTo>
                <a:cubicBezTo>
                  <a:pt x="65003" y="63522"/>
                  <a:pt x="68409" y="61746"/>
                  <a:pt x="71518" y="59377"/>
                </a:cubicBezTo>
                <a:lnTo>
                  <a:pt x="71518" y="80551"/>
                </a:lnTo>
                <a:cubicBezTo>
                  <a:pt x="67372" y="82031"/>
                  <a:pt x="63226" y="83068"/>
                  <a:pt x="59080" y="83808"/>
                </a:cubicBezTo>
                <a:cubicBezTo>
                  <a:pt x="54934" y="84401"/>
                  <a:pt x="50788" y="84845"/>
                  <a:pt x="46642" y="84845"/>
                </a:cubicBezTo>
                <a:cubicBezTo>
                  <a:pt x="31983" y="84845"/>
                  <a:pt x="20582" y="81143"/>
                  <a:pt x="12290" y="73739"/>
                </a:cubicBezTo>
                <a:cubicBezTo>
                  <a:pt x="3998" y="66336"/>
                  <a:pt x="0" y="55823"/>
                  <a:pt x="0" y="42496"/>
                </a:cubicBezTo>
                <a:cubicBezTo>
                  <a:pt x="0" y="29170"/>
                  <a:pt x="3998" y="18805"/>
                  <a:pt x="12290" y="11253"/>
                </a:cubicBezTo>
                <a:cubicBezTo>
                  <a:pt x="20582" y="3850"/>
                  <a:pt x="31983" y="0"/>
                  <a:pt x="46642" y="0"/>
                </a:cubicBezTo>
                <a:cubicBezTo>
                  <a:pt x="50788" y="0"/>
                  <a:pt x="54934" y="444"/>
                  <a:pt x="59080" y="1185"/>
                </a:cubicBezTo>
                <a:cubicBezTo>
                  <a:pt x="63226" y="1925"/>
                  <a:pt x="67372" y="2961"/>
                  <a:pt x="71518" y="44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FCB0B-A537-485B-A11F-F7384BD7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34" y="580208"/>
            <a:ext cx="97431" cy="107944"/>
          </a:xfrm>
          <a:custGeom xmlns:a="http://schemas.openxmlformats.org/drawingml/2006/main">
            <a:pathLst>
              <a:path w="97431" h="107944">
                <a:moveTo>
                  <a:pt x="39535" y="47827"/>
                </a:moveTo>
                <a:cubicBezTo>
                  <a:pt x="45310" y="47827"/>
                  <a:pt x="49456" y="46790"/>
                  <a:pt x="51973" y="44569"/>
                </a:cubicBezTo>
                <a:cubicBezTo>
                  <a:pt x="54490" y="42496"/>
                  <a:pt x="55823" y="38943"/>
                  <a:pt x="55823" y="33908"/>
                </a:cubicBezTo>
                <a:cubicBezTo>
                  <a:pt x="55823" y="29022"/>
                  <a:pt x="54490" y="25468"/>
                  <a:pt x="51973" y="23395"/>
                </a:cubicBezTo>
                <a:cubicBezTo>
                  <a:pt x="49456" y="21322"/>
                  <a:pt x="45310" y="20138"/>
                  <a:pt x="39535" y="20138"/>
                </a:cubicBezTo>
                <a:lnTo>
                  <a:pt x="27837" y="20138"/>
                </a:lnTo>
                <a:lnTo>
                  <a:pt x="27837" y="47827"/>
                </a:lnTo>
                <a:lnTo>
                  <a:pt x="39535" y="47827"/>
                </a:lnTo>
                <a:close/>
                <a:moveTo>
                  <a:pt x="27837" y="67076"/>
                </a:moveTo>
                <a:lnTo>
                  <a:pt x="27837" y="107944"/>
                </a:lnTo>
                <a:lnTo>
                  <a:pt x="0" y="107944"/>
                </a:lnTo>
                <a:lnTo>
                  <a:pt x="0" y="0"/>
                </a:lnTo>
                <a:lnTo>
                  <a:pt x="42496" y="0"/>
                </a:lnTo>
                <a:cubicBezTo>
                  <a:pt x="56711" y="0"/>
                  <a:pt x="67076" y="2517"/>
                  <a:pt x="73739" y="7255"/>
                </a:cubicBezTo>
                <a:cubicBezTo>
                  <a:pt x="80255" y="11994"/>
                  <a:pt x="83660" y="19545"/>
                  <a:pt x="83660" y="29762"/>
                </a:cubicBezTo>
                <a:cubicBezTo>
                  <a:pt x="83660" y="36870"/>
                  <a:pt x="81883" y="42793"/>
                  <a:pt x="78478" y="47383"/>
                </a:cubicBezTo>
                <a:cubicBezTo>
                  <a:pt x="74924" y="51973"/>
                  <a:pt x="69741" y="55379"/>
                  <a:pt x="62930" y="57452"/>
                </a:cubicBezTo>
                <a:cubicBezTo>
                  <a:pt x="66780" y="58340"/>
                  <a:pt x="70186" y="60413"/>
                  <a:pt x="73147" y="63374"/>
                </a:cubicBezTo>
                <a:cubicBezTo>
                  <a:pt x="76109" y="66484"/>
                  <a:pt x="79218" y="71074"/>
                  <a:pt x="82328" y="77293"/>
                </a:cubicBezTo>
                <a:lnTo>
                  <a:pt x="97431" y="107944"/>
                </a:lnTo>
                <a:lnTo>
                  <a:pt x="67817" y="107944"/>
                </a:lnTo>
                <a:lnTo>
                  <a:pt x="54638" y="81143"/>
                </a:lnTo>
                <a:cubicBezTo>
                  <a:pt x="51973" y="75812"/>
                  <a:pt x="49160" y="72111"/>
                  <a:pt x="46494" y="70038"/>
                </a:cubicBezTo>
                <a:cubicBezTo>
                  <a:pt x="43829" y="68113"/>
                  <a:pt x="40127" y="67076"/>
                  <a:pt x="35685" y="67076"/>
                </a:cubicBezTo>
                <a:lnTo>
                  <a:pt x="27837" y="67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1998F-2011-4600-BCDD-41CFBBE6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93" y="605232"/>
            <a:ext cx="86918" cy="84845"/>
          </a:xfrm>
          <a:custGeom xmlns:a="http://schemas.openxmlformats.org/drawingml/2006/main">
            <a:pathLst>
              <a:path w="86918" h="84845">
                <a:moveTo>
                  <a:pt x="86918" y="42200"/>
                </a:moveTo>
                <a:lnTo>
                  <a:pt x="86918" y="49604"/>
                </a:lnTo>
                <a:lnTo>
                  <a:pt x="26357" y="49604"/>
                </a:lnTo>
                <a:cubicBezTo>
                  <a:pt x="26949" y="55675"/>
                  <a:pt x="29170" y="60265"/>
                  <a:pt x="33020" y="63226"/>
                </a:cubicBezTo>
                <a:cubicBezTo>
                  <a:pt x="36722" y="66336"/>
                  <a:pt x="41904" y="67817"/>
                  <a:pt x="48715" y="67817"/>
                </a:cubicBezTo>
                <a:cubicBezTo>
                  <a:pt x="54046" y="67817"/>
                  <a:pt x="59673" y="67076"/>
                  <a:pt x="65447" y="65447"/>
                </a:cubicBezTo>
                <a:cubicBezTo>
                  <a:pt x="71074" y="63819"/>
                  <a:pt x="76997" y="61301"/>
                  <a:pt x="83068" y="58044"/>
                </a:cubicBezTo>
                <a:lnTo>
                  <a:pt x="83068" y="78033"/>
                </a:lnTo>
                <a:cubicBezTo>
                  <a:pt x="76849" y="80403"/>
                  <a:pt x="70778" y="82031"/>
                  <a:pt x="64707" y="83068"/>
                </a:cubicBezTo>
                <a:cubicBezTo>
                  <a:pt x="58488" y="84252"/>
                  <a:pt x="52417" y="84845"/>
                  <a:pt x="46346" y="84845"/>
                </a:cubicBezTo>
                <a:cubicBezTo>
                  <a:pt x="31687" y="84845"/>
                  <a:pt x="20286" y="81143"/>
                  <a:pt x="12142" y="73739"/>
                </a:cubicBezTo>
                <a:cubicBezTo>
                  <a:pt x="3998" y="66336"/>
                  <a:pt x="0" y="55971"/>
                  <a:pt x="0" y="42496"/>
                </a:cubicBezTo>
                <a:cubicBezTo>
                  <a:pt x="0" y="29318"/>
                  <a:pt x="3998" y="18953"/>
                  <a:pt x="11994" y="11401"/>
                </a:cubicBezTo>
                <a:cubicBezTo>
                  <a:pt x="19990" y="3850"/>
                  <a:pt x="30947" y="0"/>
                  <a:pt x="44866" y="0"/>
                </a:cubicBezTo>
                <a:cubicBezTo>
                  <a:pt x="57600" y="0"/>
                  <a:pt x="67668" y="3850"/>
                  <a:pt x="75368" y="11550"/>
                </a:cubicBezTo>
                <a:cubicBezTo>
                  <a:pt x="83068" y="19249"/>
                  <a:pt x="86918" y="29466"/>
                  <a:pt x="86918" y="42200"/>
                </a:cubicBezTo>
                <a:close/>
                <a:moveTo>
                  <a:pt x="60265" y="33612"/>
                </a:moveTo>
                <a:cubicBezTo>
                  <a:pt x="60265" y="28726"/>
                  <a:pt x="58784" y="24728"/>
                  <a:pt x="55971" y="21766"/>
                </a:cubicBezTo>
                <a:cubicBezTo>
                  <a:pt x="53009" y="18805"/>
                  <a:pt x="49308" y="17176"/>
                  <a:pt x="44717" y="17176"/>
                </a:cubicBezTo>
                <a:cubicBezTo>
                  <a:pt x="39683" y="17176"/>
                  <a:pt x="35537" y="18657"/>
                  <a:pt x="32428" y="21470"/>
                </a:cubicBezTo>
                <a:cubicBezTo>
                  <a:pt x="29318" y="24284"/>
                  <a:pt x="27393" y="28282"/>
                  <a:pt x="26653" y="33612"/>
                </a:cubicBezTo>
                <a:lnTo>
                  <a:pt x="60265" y="336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A4F4C-4FE1-40E0-A370-37DBC568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57" y="605232"/>
            <a:ext cx="81439" cy="82920"/>
          </a:xfrm>
          <a:custGeom xmlns:a="http://schemas.openxmlformats.org/drawingml/2006/main">
            <a:pathLst>
              <a:path w="81439" h="82920">
                <a:moveTo>
                  <a:pt x="81439" y="33612"/>
                </a:moveTo>
                <a:lnTo>
                  <a:pt x="81439" y="82920"/>
                </a:lnTo>
                <a:lnTo>
                  <a:pt x="55379" y="82920"/>
                </a:lnTo>
                <a:lnTo>
                  <a:pt x="55379" y="74924"/>
                </a:lnTo>
                <a:lnTo>
                  <a:pt x="55379" y="45162"/>
                </a:lnTo>
                <a:cubicBezTo>
                  <a:pt x="55379" y="38202"/>
                  <a:pt x="55231" y="33464"/>
                  <a:pt x="54934" y="30799"/>
                </a:cubicBezTo>
                <a:cubicBezTo>
                  <a:pt x="54638" y="28134"/>
                  <a:pt x="54046" y="26209"/>
                  <a:pt x="53306" y="24876"/>
                </a:cubicBezTo>
                <a:cubicBezTo>
                  <a:pt x="52269" y="23247"/>
                  <a:pt x="50936" y="21915"/>
                  <a:pt x="49160" y="21026"/>
                </a:cubicBezTo>
                <a:cubicBezTo>
                  <a:pt x="47383" y="20138"/>
                  <a:pt x="45310" y="19545"/>
                  <a:pt x="43237" y="19545"/>
                </a:cubicBezTo>
                <a:cubicBezTo>
                  <a:pt x="37758" y="19545"/>
                  <a:pt x="33464" y="21618"/>
                  <a:pt x="30503" y="25764"/>
                </a:cubicBezTo>
                <a:cubicBezTo>
                  <a:pt x="27393" y="29910"/>
                  <a:pt x="25912" y="35685"/>
                  <a:pt x="25912" y="43089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3771"/>
                </a:lnTo>
                <a:cubicBezTo>
                  <a:pt x="29762" y="9032"/>
                  <a:pt x="33760" y="5627"/>
                  <a:pt x="38202" y="3406"/>
                </a:cubicBezTo>
                <a:cubicBezTo>
                  <a:pt x="42644" y="1185"/>
                  <a:pt x="47531" y="0"/>
                  <a:pt x="52861" y="0"/>
                </a:cubicBezTo>
                <a:cubicBezTo>
                  <a:pt x="62190" y="0"/>
                  <a:pt x="69297" y="2961"/>
                  <a:pt x="74184" y="8588"/>
                </a:cubicBezTo>
                <a:cubicBezTo>
                  <a:pt x="78922" y="14363"/>
                  <a:pt x="81439" y="22655"/>
                  <a:pt x="81439" y="3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986C7-1C2D-4485-9F01-BDEDE488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12" y="605232"/>
            <a:ext cx="81883" cy="84845"/>
          </a:xfrm>
          <a:custGeom xmlns:a="http://schemas.openxmlformats.org/drawingml/2006/main">
            <a:pathLst>
              <a:path w="81883" h="84845">
                <a:moveTo>
                  <a:pt x="42348" y="46494"/>
                </a:moveTo>
                <a:cubicBezTo>
                  <a:pt x="36870" y="46494"/>
                  <a:pt x="32724" y="47531"/>
                  <a:pt x="30058" y="49308"/>
                </a:cubicBezTo>
                <a:cubicBezTo>
                  <a:pt x="27393" y="51085"/>
                  <a:pt x="26061" y="53750"/>
                  <a:pt x="26061" y="57304"/>
                </a:cubicBezTo>
                <a:cubicBezTo>
                  <a:pt x="26061" y="60561"/>
                  <a:pt x="27097" y="63226"/>
                  <a:pt x="29318" y="65003"/>
                </a:cubicBezTo>
                <a:cubicBezTo>
                  <a:pt x="31539" y="66928"/>
                  <a:pt x="34649" y="67817"/>
                  <a:pt x="38498" y="67817"/>
                </a:cubicBezTo>
                <a:cubicBezTo>
                  <a:pt x="43385" y="67817"/>
                  <a:pt x="47531" y="66188"/>
                  <a:pt x="50788" y="62634"/>
                </a:cubicBezTo>
                <a:cubicBezTo>
                  <a:pt x="54046" y="59080"/>
                  <a:pt x="55823" y="54786"/>
                  <a:pt x="55823" y="49456"/>
                </a:cubicBezTo>
                <a:lnTo>
                  <a:pt x="55823" y="46494"/>
                </a:lnTo>
                <a:lnTo>
                  <a:pt x="42348" y="46494"/>
                </a:lnTo>
                <a:close/>
                <a:moveTo>
                  <a:pt x="81883" y="36722"/>
                </a:moveTo>
                <a:lnTo>
                  <a:pt x="81883" y="82920"/>
                </a:lnTo>
                <a:lnTo>
                  <a:pt x="55823" y="82920"/>
                </a:lnTo>
                <a:lnTo>
                  <a:pt x="55823" y="70926"/>
                </a:lnTo>
                <a:cubicBezTo>
                  <a:pt x="52269" y="75960"/>
                  <a:pt x="48419" y="79514"/>
                  <a:pt x="44125" y="81587"/>
                </a:cubicBezTo>
                <a:cubicBezTo>
                  <a:pt x="39683" y="83660"/>
                  <a:pt x="34501" y="84845"/>
                  <a:pt x="28282" y="84845"/>
                </a:cubicBezTo>
                <a:cubicBezTo>
                  <a:pt x="19842" y="84845"/>
                  <a:pt x="13030" y="82476"/>
                  <a:pt x="7848" y="77589"/>
                </a:cubicBezTo>
                <a:cubicBezTo>
                  <a:pt x="2517" y="72851"/>
                  <a:pt x="0" y="66484"/>
                  <a:pt x="0" y="58636"/>
                </a:cubicBezTo>
                <a:cubicBezTo>
                  <a:pt x="0" y="49160"/>
                  <a:pt x="3258" y="42200"/>
                  <a:pt x="9773" y="37758"/>
                </a:cubicBezTo>
                <a:cubicBezTo>
                  <a:pt x="16288" y="33316"/>
                  <a:pt x="26505" y="31095"/>
                  <a:pt x="40571" y="31095"/>
                </a:cubicBezTo>
                <a:lnTo>
                  <a:pt x="55823" y="31095"/>
                </a:lnTo>
                <a:lnTo>
                  <a:pt x="55823" y="29022"/>
                </a:lnTo>
                <a:cubicBezTo>
                  <a:pt x="55823" y="25024"/>
                  <a:pt x="54194" y="22063"/>
                  <a:pt x="50936" y="20138"/>
                </a:cubicBezTo>
                <a:cubicBezTo>
                  <a:pt x="47679" y="18213"/>
                  <a:pt x="42644" y="17176"/>
                  <a:pt x="35833" y="17176"/>
                </a:cubicBezTo>
                <a:cubicBezTo>
                  <a:pt x="30206" y="17176"/>
                  <a:pt x="25024" y="17769"/>
                  <a:pt x="20286" y="18953"/>
                </a:cubicBezTo>
                <a:cubicBezTo>
                  <a:pt x="15547" y="20138"/>
                  <a:pt x="11105" y="21766"/>
                  <a:pt x="7107" y="23839"/>
                </a:cubicBezTo>
                <a:lnTo>
                  <a:pt x="7107" y="4146"/>
                </a:lnTo>
                <a:cubicBezTo>
                  <a:pt x="12586" y="2813"/>
                  <a:pt x="18065" y="1777"/>
                  <a:pt x="23691" y="1036"/>
                </a:cubicBezTo>
                <a:cubicBezTo>
                  <a:pt x="29318" y="444"/>
                  <a:pt x="34945" y="0"/>
                  <a:pt x="40571" y="0"/>
                </a:cubicBezTo>
                <a:cubicBezTo>
                  <a:pt x="55082" y="0"/>
                  <a:pt x="65595" y="2961"/>
                  <a:pt x="72111" y="8736"/>
                </a:cubicBezTo>
                <a:cubicBezTo>
                  <a:pt x="78626" y="14511"/>
                  <a:pt x="81883" y="23839"/>
                  <a:pt x="81883" y="367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6FFFB-0C4B-4539-A78A-1F2BBD22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83" y="605232"/>
            <a:ext cx="130303" cy="82920"/>
          </a:xfrm>
          <a:custGeom xmlns:a="http://schemas.openxmlformats.org/drawingml/2006/main">
            <a:pathLst>
              <a:path w="130303" h="82920">
                <a:moveTo>
                  <a:pt x="75220" y="15399"/>
                </a:moveTo>
                <a:cubicBezTo>
                  <a:pt x="78478" y="10365"/>
                  <a:pt x="82328" y="6663"/>
                  <a:pt x="86770" y="3998"/>
                </a:cubicBezTo>
                <a:cubicBezTo>
                  <a:pt x="91212" y="1333"/>
                  <a:pt x="96246" y="0"/>
                  <a:pt x="101725" y="0"/>
                </a:cubicBezTo>
                <a:cubicBezTo>
                  <a:pt x="110905" y="0"/>
                  <a:pt x="118013" y="2961"/>
                  <a:pt x="122899" y="8588"/>
                </a:cubicBezTo>
                <a:cubicBezTo>
                  <a:pt x="127785" y="14363"/>
                  <a:pt x="130303" y="22655"/>
                  <a:pt x="130303" y="33612"/>
                </a:cubicBezTo>
                <a:lnTo>
                  <a:pt x="130303" y="82920"/>
                </a:lnTo>
                <a:lnTo>
                  <a:pt x="104242" y="82920"/>
                </a:lnTo>
                <a:lnTo>
                  <a:pt x="104242" y="40720"/>
                </a:lnTo>
                <a:cubicBezTo>
                  <a:pt x="104242" y="40127"/>
                  <a:pt x="104390" y="39387"/>
                  <a:pt x="104390" y="38795"/>
                </a:cubicBezTo>
                <a:cubicBezTo>
                  <a:pt x="104390" y="38202"/>
                  <a:pt x="104390" y="37166"/>
                  <a:pt x="104390" y="35833"/>
                </a:cubicBezTo>
                <a:cubicBezTo>
                  <a:pt x="104390" y="30206"/>
                  <a:pt x="103502" y="26061"/>
                  <a:pt x="101873" y="23395"/>
                </a:cubicBezTo>
                <a:cubicBezTo>
                  <a:pt x="100096" y="20878"/>
                  <a:pt x="97431" y="19545"/>
                  <a:pt x="93729" y="19545"/>
                </a:cubicBezTo>
                <a:cubicBezTo>
                  <a:pt x="88695" y="19545"/>
                  <a:pt x="84993" y="21618"/>
                  <a:pt x="82328" y="25616"/>
                </a:cubicBezTo>
                <a:cubicBezTo>
                  <a:pt x="79662" y="29762"/>
                  <a:pt x="78182" y="35537"/>
                  <a:pt x="78182" y="43089"/>
                </a:cubicBezTo>
                <a:lnTo>
                  <a:pt x="78182" y="82920"/>
                </a:lnTo>
                <a:lnTo>
                  <a:pt x="52121" y="82920"/>
                </a:lnTo>
                <a:lnTo>
                  <a:pt x="52121" y="40720"/>
                </a:lnTo>
                <a:cubicBezTo>
                  <a:pt x="52121" y="31835"/>
                  <a:pt x="51233" y="26061"/>
                  <a:pt x="49752" y="23395"/>
                </a:cubicBezTo>
                <a:cubicBezTo>
                  <a:pt x="48271" y="20878"/>
                  <a:pt x="45458" y="19545"/>
                  <a:pt x="41608" y="19545"/>
                </a:cubicBezTo>
                <a:cubicBezTo>
                  <a:pt x="36574" y="19545"/>
                  <a:pt x="32724" y="21618"/>
                  <a:pt x="30058" y="25616"/>
                </a:cubicBezTo>
                <a:cubicBezTo>
                  <a:pt x="27393" y="29762"/>
                  <a:pt x="26061" y="35537"/>
                  <a:pt x="26061" y="43089"/>
                </a:cubicBezTo>
                <a:lnTo>
                  <a:pt x="26061" y="82920"/>
                </a:lnTo>
                <a:lnTo>
                  <a:pt x="0" y="82920"/>
                </a:lnTo>
                <a:lnTo>
                  <a:pt x="0" y="1925"/>
                </a:lnTo>
                <a:lnTo>
                  <a:pt x="26061" y="1925"/>
                </a:lnTo>
                <a:lnTo>
                  <a:pt x="26061" y="13771"/>
                </a:lnTo>
                <a:cubicBezTo>
                  <a:pt x="29170" y="9328"/>
                  <a:pt x="32872" y="5923"/>
                  <a:pt x="37018" y="3554"/>
                </a:cubicBezTo>
                <a:cubicBezTo>
                  <a:pt x="41164" y="1185"/>
                  <a:pt x="45606" y="0"/>
                  <a:pt x="50640" y="0"/>
                </a:cubicBezTo>
                <a:cubicBezTo>
                  <a:pt x="56119" y="0"/>
                  <a:pt x="61005" y="1481"/>
                  <a:pt x="65299" y="4146"/>
                </a:cubicBezTo>
                <a:cubicBezTo>
                  <a:pt x="69593" y="6811"/>
                  <a:pt x="72851" y="10661"/>
                  <a:pt x="75220" y="15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AE54B-5B3C-4388-BCFB-D7AAFAA8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50" y="605232"/>
            <a:ext cx="86918" cy="84845"/>
          </a:xfrm>
          <a:custGeom xmlns:a="http://schemas.openxmlformats.org/drawingml/2006/main">
            <a:pathLst>
              <a:path w="86918" h="84845">
                <a:moveTo>
                  <a:pt x="86918" y="42200"/>
                </a:moveTo>
                <a:lnTo>
                  <a:pt x="86918" y="49604"/>
                </a:lnTo>
                <a:lnTo>
                  <a:pt x="26357" y="49604"/>
                </a:lnTo>
                <a:cubicBezTo>
                  <a:pt x="26949" y="55675"/>
                  <a:pt x="29170" y="60265"/>
                  <a:pt x="33020" y="63226"/>
                </a:cubicBezTo>
                <a:cubicBezTo>
                  <a:pt x="36722" y="66336"/>
                  <a:pt x="41904" y="67817"/>
                  <a:pt x="48715" y="67817"/>
                </a:cubicBezTo>
                <a:cubicBezTo>
                  <a:pt x="54046" y="67817"/>
                  <a:pt x="59673" y="67076"/>
                  <a:pt x="65447" y="65447"/>
                </a:cubicBezTo>
                <a:cubicBezTo>
                  <a:pt x="71074" y="63819"/>
                  <a:pt x="76997" y="61301"/>
                  <a:pt x="83068" y="58044"/>
                </a:cubicBezTo>
                <a:lnTo>
                  <a:pt x="83068" y="78033"/>
                </a:lnTo>
                <a:cubicBezTo>
                  <a:pt x="76849" y="80403"/>
                  <a:pt x="70778" y="82031"/>
                  <a:pt x="64707" y="83068"/>
                </a:cubicBezTo>
                <a:cubicBezTo>
                  <a:pt x="58488" y="84252"/>
                  <a:pt x="52417" y="84845"/>
                  <a:pt x="46346" y="84845"/>
                </a:cubicBezTo>
                <a:cubicBezTo>
                  <a:pt x="31687" y="84845"/>
                  <a:pt x="20286" y="81143"/>
                  <a:pt x="12142" y="73739"/>
                </a:cubicBezTo>
                <a:cubicBezTo>
                  <a:pt x="3998" y="66336"/>
                  <a:pt x="0" y="55971"/>
                  <a:pt x="0" y="42496"/>
                </a:cubicBezTo>
                <a:cubicBezTo>
                  <a:pt x="0" y="29318"/>
                  <a:pt x="3998" y="18953"/>
                  <a:pt x="11994" y="11401"/>
                </a:cubicBezTo>
                <a:cubicBezTo>
                  <a:pt x="19990" y="3850"/>
                  <a:pt x="30947" y="0"/>
                  <a:pt x="44866" y="0"/>
                </a:cubicBezTo>
                <a:cubicBezTo>
                  <a:pt x="57600" y="0"/>
                  <a:pt x="67668" y="3850"/>
                  <a:pt x="75368" y="11550"/>
                </a:cubicBezTo>
                <a:cubicBezTo>
                  <a:pt x="83068" y="19249"/>
                  <a:pt x="86918" y="29466"/>
                  <a:pt x="86918" y="42200"/>
                </a:cubicBezTo>
                <a:close/>
                <a:moveTo>
                  <a:pt x="60265" y="33612"/>
                </a:moveTo>
                <a:cubicBezTo>
                  <a:pt x="60265" y="28726"/>
                  <a:pt x="58784" y="24728"/>
                  <a:pt x="55971" y="21766"/>
                </a:cubicBezTo>
                <a:cubicBezTo>
                  <a:pt x="53009" y="18805"/>
                  <a:pt x="49308" y="17176"/>
                  <a:pt x="44717" y="17176"/>
                </a:cubicBezTo>
                <a:cubicBezTo>
                  <a:pt x="39683" y="17176"/>
                  <a:pt x="35537" y="18657"/>
                  <a:pt x="32428" y="21470"/>
                </a:cubicBezTo>
                <a:cubicBezTo>
                  <a:pt x="29318" y="24284"/>
                  <a:pt x="27393" y="28282"/>
                  <a:pt x="26653" y="33612"/>
                </a:cubicBezTo>
                <a:lnTo>
                  <a:pt x="60265" y="336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8FE91-B675-4A02-B389-45084504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1038925"/>
            <a:ext cx="21594" cy="10"/>
          </a:xfrm>
          <a:custGeom xmlns:a="http://schemas.openxmlformats.org/drawingml/2006/main">
            <a:pathLst>
              <a:path w="21594" h="1">
                <a:moveTo>
                  <a:pt x="2159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AD1CB-B679-408D-A1FA-A25E0D6E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1038925"/>
            <a:ext cx="21594" cy="10"/>
          </a:xfrm>
          <a:custGeom xmlns:a="http://schemas.openxmlformats.org/drawingml/2006/main">
            <a:pathLst>
              <a:path w="21594" h="1" fill="none">
                <a:moveTo>
                  <a:pt x="215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124B1B-EC0A-4C50-8A5C-B04AFD80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68" y="971807"/>
            <a:ext cx="113126" cy="107944"/>
          </a:xfrm>
          <a:custGeom xmlns:a="http://schemas.openxmlformats.org/drawingml/2006/main">
            <a:pathLst>
              <a:path w="113126" h="107944">
                <a:moveTo>
                  <a:pt x="0" y="0"/>
                </a:moveTo>
                <a:lnTo>
                  <a:pt x="27985" y="0"/>
                </a:lnTo>
                <a:lnTo>
                  <a:pt x="56563" y="79662"/>
                </a:lnTo>
                <a:lnTo>
                  <a:pt x="85141" y="0"/>
                </a:lnTo>
                <a:lnTo>
                  <a:pt x="113126" y="0"/>
                </a:lnTo>
                <a:lnTo>
                  <a:pt x="73147" y="107944"/>
                </a:lnTo>
                <a:lnTo>
                  <a:pt x="39979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2D1D4-7474-421C-81ED-E67D46A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04" y="996831"/>
            <a:ext cx="81883" cy="84845"/>
          </a:xfrm>
          <a:custGeom xmlns:a="http://schemas.openxmlformats.org/drawingml/2006/main">
            <a:pathLst>
              <a:path w="81883" h="84845">
                <a:moveTo>
                  <a:pt x="42348" y="46494"/>
                </a:moveTo>
                <a:cubicBezTo>
                  <a:pt x="36870" y="46494"/>
                  <a:pt x="32724" y="47531"/>
                  <a:pt x="30058" y="49308"/>
                </a:cubicBezTo>
                <a:cubicBezTo>
                  <a:pt x="27393" y="51085"/>
                  <a:pt x="26061" y="53750"/>
                  <a:pt x="26061" y="57304"/>
                </a:cubicBezTo>
                <a:cubicBezTo>
                  <a:pt x="26061" y="60561"/>
                  <a:pt x="27097" y="63226"/>
                  <a:pt x="29318" y="65003"/>
                </a:cubicBezTo>
                <a:cubicBezTo>
                  <a:pt x="31539" y="66928"/>
                  <a:pt x="34649" y="67817"/>
                  <a:pt x="38498" y="67817"/>
                </a:cubicBezTo>
                <a:cubicBezTo>
                  <a:pt x="43385" y="67817"/>
                  <a:pt x="47531" y="66188"/>
                  <a:pt x="50788" y="62634"/>
                </a:cubicBezTo>
                <a:cubicBezTo>
                  <a:pt x="54046" y="59080"/>
                  <a:pt x="55823" y="54786"/>
                  <a:pt x="55823" y="49456"/>
                </a:cubicBezTo>
                <a:lnTo>
                  <a:pt x="55823" y="46494"/>
                </a:lnTo>
                <a:lnTo>
                  <a:pt x="42348" y="46494"/>
                </a:lnTo>
                <a:close/>
                <a:moveTo>
                  <a:pt x="81883" y="36722"/>
                </a:moveTo>
                <a:lnTo>
                  <a:pt x="81883" y="82920"/>
                </a:lnTo>
                <a:lnTo>
                  <a:pt x="55823" y="82920"/>
                </a:lnTo>
                <a:lnTo>
                  <a:pt x="55823" y="70926"/>
                </a:lnTo>
                <a:cubicBezTo>
                  <a:pt x="52269" y="75960"/>
                  <a:pt x="48419" y="79514"/>
                  <a:pt x="44125" y="81587"/>
                </a:cubicBezTo>
                <a:cubicBezTo>
                  <a:pt x="39683" y="83660"/>
                  <a:pt x="34501" y="84845"/>
                  <a:pt x="28282" y="84845"/>
                </a:cubicBezTo>
                <a:cubicBezTo>
                  <a:pt x="19842" y="84845"/>
                  <a:pt x="13030" y="82476"/>
                  <a:pt x="7848" y="77589"/>
                </a:cubicBezTo>
                <a:cubicBezTo>
                  <a:pt x="2517" y="72851"/>
                  <a:pt x="0" y="66484"/>
                  <a:pt x="0" y="58636"/>
                </a:cubicBezTo>
                <a:cubicBezTo>
                  <a:pt x="0" y="49160"/>
                  <a:pt x="3258" y="42200"/>
                  <a:pt x="9773" y="37758"/>
                </a:cubicBezTo>
                <a:cubicBezTo>
                  <a:pt x="16288" y="33316"/>
                  <a:pt x="26505" y="31095"/>
                  <a:pt x="40571" y="31095"/>
                </a:cubicBezTo>
                <a:lnTo>
                  <a:pt x="55823" y="31095"/>
                </a:lnTo>
                <a:lnTo>
                  <a:pt x="55823" y="29022"/>
                </a:lnTo>
                <a:cubicBezTo>
                  <a:pt x="55823" y="25024"/>
                  <a:pt x="54194" y="22063"/>
                  <a:pt x="50936" y="20138"/>
                </a:cubicBezTo>
                <a:cubicBezTo>
                  <a:pt x="47679" y="18213"/>
                  <a:pt x="42644" y="17176"/>
                  <a:pt x="35833" y="17176"/>
                </a:cubicBezTo>
                <a:cubicBezTo>
                  <a:pt x="30206" y="17176"/>
                  <a:pt x="25024" y="17769"/>
                  <a:pt x="20286" y="18953"/>
                </a:cubicBezTo>
                <a:cubicBezTo>
                  <a:pt x="15547" y="20138"/>
                  <a:pt x="11105" y="21766"/>
                  <a:pt x="7107" y="23839"/>
                </a:cubicBezTo>
                <a:lnTo>
                  <a:pt x="7107" y="4146"/>
                </a:lnTo>
                <a:cubicBezTo>
                  <a:pt x="12586" y="2813"/>
                  <a:pt x="18065" y="1777"/>
                  <a:pt x="23691" y="1036"/>
                </a:cubicBezTo>
                <a:cubicBezTo>
                  <a:pt x="29318" y="444"/>
                  <a:pt x="34945" y="0"/>
                  <a:pt x="40571" y="0"/>
                </a:cubicBezTo>
                <a:cubicBezTo>
                  <a:pt x="55082" y="0"/>
                  <a:pt x="65595" y="2961"/>
                  <a:pt x="72111" y="8736"/>
                </a:cubicBezTo>
                <a:cubicBezTo>
                  <a:pt x="78626" y="14511"/>
                  <a:pt x="81883" y="23839"/>
                  <a:pt x="81883" y="367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783C1-E833-465D-9C4D-E95DD84D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23" y="996831"/>
            <a:ext cx="60117" cy="82920"/>
          </a:xfrm>
          <a:custGeom xmlns:a="http://schemas.openxmlformats.org/drawingml/2006/main">
            <a:pathLst>
              <a:path w="60117" h="82920">
                <a:moveTo>
                  <a:pt x="60117" y="23988"/>
                </a:moveTo>
                <a:cubicBezTo>
                  <a:pt x="57748" y="22951"/>
                  <a:pt x="55527" y="22211"/>
                  <a:pt x="53306" y="21618"/>
                </a:cubicBezTo>
                <a:cubicBezTo>
                  <a:pt x="51085" y="21174"/>
                  <a:pt x="48863" y="20878"/>
                  <a:pt x="46642" y="20878"/>
                </a:cubicBezTo>
                <a:cubicBezTo>
                  <a:pt x="39979" y="20878"/>
                  <a:pt x="34797" y="23099"/>
                  <a:pt x="31243" y="27245"/>
                </a:cubicBezTo>
                <a:cubicBezTo>
                  <a:pt x="27689" y="31539"/>
                  <a:pt x="25912" y="37610"/>
                  <a:pt x="25912" y="45606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5251"/>
                </a:lnTo>
                <a:cubicBezTo>
                  <a:pt x="29170" y="9921"/>
                  <a:pt x="32872" y="6071"/>
                  <a:pt x="37314" y="3702"/>
                </a:cubicBezTo>
                <a:cubicBezTo>
                  <a:pt x="41608" y="1333"/>
                  <a:pt x="46790" y="0"/>
                  <a:pt x="52861" y="0"/>
                </a:cubicBezTo>
                <a:cubicBezTo>
                  <a:pt x="53750" y="0"/>
                  <a:pt x="54638" y="148"/>
                  <a:pt x="55675" y="148"/>
                </a:cubicBezTo>
                <a:cubicBezTo>
                  <a:pt x="56563" y="148"/>
                  <a:pt x="58044" y="296"/>
                  <a:pt x="60117" y="592"/>
                </a:cubicBezTo>
                <a:lnTo>
                  <a:pt x="60117" y="239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E4728-E963-4AB5-9675-5503E621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35" y="971807"/>
            <a:ext cx="97431" cy="107944"/>
          </a:xfrm>
          <a:custGeom xmlns:a="http://schemas.openxmlformats.org/drawingml/2006/main">
            <a:pathLst>
              <a:path w="97431" h="107944">
                <a:moveTo>
                  <a:pt x="39535" y="47827"/>
                </a:moveTo>
                <a:cubicBezTo>
                  <a:pt x="45310" y="47827"/>
                  <a:pt x="49456" y="46790"/>
                  <a:pt x="51973" y="44569"/>
                </a:cubicBezTo>
                <a:cubicBezTo>
                  <a:pt x="54490" y="42496"/>
                  <a:pt x="55823" y="38943"/>
                  <a:pt x="55823" y="33908"/>
                </a:cubicBezTo>
                <a:cubicBezTo>
                  <a:pt x="55823" y="29022"/>
                  <a:pt x="54490" y="25468"/>
                  <a:pt x="51973" y="23395"/>
                </a:cubicBezTo>
                <a:cubicBezTo>
                  <a:pt x="49456" y="21322"/>
                  <a:pt x="45310" y="20138"/>
                  <a:pt x="39535" y="20138"/>
                </a:cubicBezTo>
                <a:lnTo>
                  <a:pt x="27837" y="20138"/>
                </a:lnTo>
                <a:lnTo>
                  <a:pt x="27837" y="47827"/>
                </a:lnTo>
                <a:lnTo>
                  <a:pt x="39535" y="47827"/>
                </a:lnTo>
                <a:close/>
                <a:moveTo>
                  <a:pt x="27837" y="67076"/>
                </a:moveTo>
                <a:lnTo>
                  <a:pt x="27837" y="107944"/>
                </a:lnTo>
                <a:lnTo>
                  <a:pt x="0" y="107944"/>
                </a:lnTo>
                <a:lnTo>
                  <a:pt x="0" y="0"/>
                </a:lnTo>
                <a:lnTo>
                  <a:pt x="42496" y="0"/>
                </a:lnTo>
                <a:cubicBezTo>
                  <a:pt x="56711" y="0"/>
                  <a:pt x="67076" y="2517"/>
                  <a:pt x="73739" y="7255"/>
                </a:cubicBezTo>
                <a:cubicBezTo>
                  <a:pt x="80255" y="11994"/>
                  <a:pt x="83660" y="19545"/>
                  <a:pt x="83660" y="29762"/>
                </a:cubicBezTo>
                <a:cubicBezTo>
                  <a:pt x="83660" y="36870"/>
                  <a:pt x="81883" y="42793"/>
                  <a:pt x="78478" y="47383"/>
                </a:cubicBezTo>
                <a:cubicBezTo>
                  <a:pt x="74924" y="51973"/>
                  <a:pt x="69741" y="55379"/>
                  <a:pt x="62930" y="57452"/>
                </a:cubicBezTo>
                <a:cubicBezTo>
                  <a:pt x="66780" y="58340"/>
                  <a:pt x="70186" y="60413"/>
                  <a:pt x="73147" y="63374"/>
                </a:cubicBezTo>
                <a:cubicBezTo>
                  <a:pt x="76109" y="66484"/>
                  <a:pt x="79218" y="71074"/>
                  <a:pt x="82328" y="77293"/>
                </a:cubicBezTo>
                <a:lnTo>
                  <a:pt x="97431" y="107944"/>
                </a:lnTo>
                <a:lnTo>
                  <a:pt x="67817" y="107944"/>
                </a:lnTo>
                <a:lnTo>
                  <a:pt x="54638" y="81143"/>
                </a:lnTo>
                <a:cubicBezTo>
                  <a:pt x="51973" y="75812"/>
                  <a:pt x="49160" y="72111"/>
                  <a:pt x="46494" y="70038"/>
                </a:cubicBezTo>
                <a:cubicBezTo>
                  <a:pt x="43829" y="68113"/>
                  <a:pt x="40127" y="67076"/>
                  <a:pt x="35685" y="67076"/>
                </a:cubicBezTo>
                <a:lnTo>
                  <a:pt x="27837" y="67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D7DEC-CB7D-48DB-B0D2-68274E9C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94" y="996831"/>
            <a:ext cx="86918" cy="84845"/>
          </a:xfrm>
          <a:custGeom xmlns:a="http://schemas.openxmlformats.org/drawingml/2006/main">
            <a:pathLst>
              <a:path w="86918" h="84845">
                <a:moveTo>
                  <a:pt x="86918" y="42200"/>
                </a:moveTo>
                <a:lnTo>
                  <a:pt x="86918" y="49604"/>
                </a:lnTo>
                <a:lnTo>
                  <a:pt x="26357" y="49604"/>
                </a:lnTo>
                <a:cubicBezTo>
                  <a:pt x="26949" y="55675"/>
                  <a:pt x="29170" y="60265"/>
                  <a:pt x="33020" y="63226"/>
                </a:cubicBezTo>
                <a:cubicBezTo>
                  <a:pt x="36722" y="66336"/>
                  <a:pt x="41904" y="67817"/>
                  <a:pt x="48715" y="67817"/>
                </a:cubicBezTo>
                <a:cubicBezTo>
                  <a:pt x="54046" y="67817"/>
                  <a:pt x="59673" y="67076"/>
                  <a:pt x="65447" y="65447"/>
                </a:cubicBezTo>
                <a:cubicBezTo>
                  <a:pt x="71074" y="63819"/>
                  <a:pt x="76997" y="61301"/>
                  <a:pt x="83068" y="58044"/>
                </a:cubicBezTo>
                <a:lnTo>
                  <a:pt x="83068" y="78033"/>
                </a:lnTo>
                <a:cubicBezTo>
                  <a:pt x="76849" y="80403"/>
                  <a:pt x="70778" y="82031"/>
                  <a:pt x="64707" y="83068"/>
                </a:cubicBezTo>
                <a:cubicBezTo>
                  <a:pt x="58488" y="84252"/>
                  <a:pt x="52417" y="84845"/>
                  <a:pt x="46346" y="84845"/>
                </a:cubicBezTo>
                <a:cubicBezTo>
                  <a:pt x="31687" y="84845"/>
                  <a:pt x="20286" y="81143"/>
                  <a:pt x="12142" y="73739"/>
                </a:cubicBezTo>
                <a:cubicBezTo>
                  <a:pt x="3998" y="66336"/>
                  <a:pt x="0" y="55971"/>
                  <a:pt x="0" y="42496"/>
                </a:cubicBezTo>
                <a:cubicBezTo>
                  <a:pt x="0" y="29318"/>
                  <a:pt x="3998" y="18953"/>
                  <a:pt x="11994" y="11401"/>
                </a:cubicBezTo>
                <a:cubicBezTo>
                  <a:pt x="19990" y="3850"/>
                  <a:pt x="30947" y="0"/>
                  <a:pt x="44866" y="0"/>
                </a:cubicBezTo>
                <a:cubicBezTo>
                  <a:pt x="57600" y="0"/>
                  <a:pt x="67668" y="3850"/>
                  <a:pt x="75368" y="11550"/>
                </a:cubicBezTo>
                <a:cubicBezTo>
                  <a:pt x="83068" y="19249"/>
                  <a:pt x="86918" y="29466"/>
                  <a:pt x="86918" y="42200"/>
                </a:cubicBezTo>
                <a:close/>
                <a:moveTo>
                  <a:pt x="60265" y="33612"/>
                </a:moveTo>
                <a:cubicBezTo>
                  <a:pt x="60265" y="28726"/>
                  <a:pt x="58784" y="24728"/>
                  <a:pt x="55971" y="21766"/>
                </a:cubicBezTo>
                <a:cubicBezTo>
                  <a:pt x="53009" y="18805"/>
                  <a:pt x="49308" y="17176"/>
                  <a:pt x="44717" y="17176"/>
                </a:cubicBezTo>
                <a:cubicBezTo>
                  <a:pt x="39683" y="17176"/>
                  <a:pt x="35537" y="18657"/>
                  <a:pt x="32428" y="21470"/>
                </a:cubicBezTo>
                <a:cubicBezTo>
                  <a:pt x="29318" y="24284"/>
                  <a:pt x="27393" y="28282"/>
                  <a:pt x="26653" y="33612"/>
                </a:cubicBezTo>
                <a:lnTo>
                  <a:pt x="60265" y="336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BD5DC-E00F-4E51-8CCB-3DB27A94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58" y="996831"/>
            <a:ext cx="81439" cy="82920"/>
          </a:xfrm>
          <a:custGeom xmlns:a="http://schemas.openxmlformats.org/drawingml/2006/main">
            <a:pathLst>
              <a:path w="81439" h="82920">
                <a:moveTo>
                  <a:pt x="81439" y="33612"/>
                </a:moveTo>
                <a:lnTo>
                  <a:pt x="81439" y="82920"/>
                </a:lnTo>
                <a:lnTo>
                  <a:pt x="55379" y="82920"/>
                </a:lnTo>
                <a:lnTo>
                  <a:pt x="55379" y="74924"/>
                </a:lnTo>
                <a:lnTo>
                  <a:pt x="55379" y="45162"/>
                </a:lnTo>
                <a:cubicBezTo>
                  <a:pt x="55379" y="38202"/>
                  <a:pt x="55231" y="33464"/>
                  <a:pt x="54934" y="30799"/>
                </a:cubicBezTo>
                <a:cubicBezTo>
                  <a:pt x="54638" y="28134"/>
                  <a:pt x="54046" y="26209"/>
                  <a:pt x="53306" y="24876"/>
                </a:cubicBezTo>
                <a:cubicBezTo>
                  <a:pt x="52269" y="23247"/>
                  <a:pt x="50936" y="21915"/>
                  <a:pt x="49160" y="21026"/>
                </a:cubicBezTo>
                <a:cubicBezTo>
                  <a:pt x="47383" y="20138"/>
                  <a:pt x="45310" y="19545"/>
                  <a:pt x="43237" y="19545"/>
                </a:cubicBezTo>
                <a:cubicBezTo>
                  <a:pt x="37758" y="19545"/>
                  <a:pt x="33464" y="21618"/>
                  <a:pt x="30503" y="25764"/>
                </a:cubicBezTo>
                <a:cubicBezTo>
                  <a:pt x="27393" y="29910"/>
                  <a:pt x="25912" y="35685"/>
                  <a:pt x="25912" y="43089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3771"/>
                </a:lnTo>
                <a:cubicBezTo>
                  <a:pt x="29762" y="9032"/>
                  <a:pt x="33760" y="5627"/>
                  <a:pt x="38202" y="3406"/>
                </a:cubicBezTo>
                <a:cubicBezTo>
                  <a:pt x="42644" y="1185"/>
                  <a:pt x="47531" y="0"/>
                  <a:pt x="52861" y="0"/>
                </a:cubicBezTo>
                <a:cubicBezTo>
                  <a:pt x="62190" y="0"/>
                  <a:pt x="69297" y="2961"/>
                  <a:pt x="74184" y="8588"/>
                </a:cubicBezTo>
                <a:cubicBezTo>
                  <a:pt x="78922" y="14363"/>
                  <a:pt x="81439" y="22655"/>
                  <a:pt x="81439" y="3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0466D-5C02-4523-9465-46A6EC5B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13" y="996831"/>
            <a:ext cx="81883" cy="84845"/>
          </a:xfrm>
          <a:custGeom xmlns:a="http://schemas.openxmlformats.org/drawingml/2006/main">
            <a:pathLst>
              <a:path w="81883" h="84845">
                <a:moveTo>
                  <a:pt x="42348" y="46494"/>
                </a:moveTo>
                <a:cubicBezTo>
                  <a:pt x="36870" y="46494"/>
                  <a:pt x="32724" y="47531"/>
                  <a:pt x="30058" y="49308"/>
                </a:cubicBezTo>
                <a:cubicBezTo>
                  <a:pt x="27393" y="51085"/>
                  <a:pt x="26061" y="53750"/>
                  <a:pt x="26061" y="57304"/>
                </a:cubicBezTo>
                <a:cubicBezTo>
                  <a:pt x="26061" y="60561"/>
                  <a:pt x="27097" y="63226"/>
                  <a:pt x="29318" y="65003"/>
                </a:cubicBezTo>
                <a:cubicBezTo>
                  <a:pt x="31539" y="66928"/>
                  <a:pt x="34649" y="67817"/>
                  <a:pt x="38498" y="67817"/>
                </a:cubicBezTo>
                <a:cubicBezTo>
                  <a:pt x="43385" y="67817"/>
                  <a:pt x="47531" y="66188"/>
                  <a:pt x="50788" y="62634"/>
                </a:cubicBezTo>
                <a:cubicBezTo>
                  <a:pt x="54046" y="59080"/>
                  <a:pt x="55823" y="54786"/>
                  <a:pt x="55823" y="49456"/>
                </a:cubicBezTo>
                <a:lnTo>
                  <a:pt x="55823" y="46494"/>
                </a:lnTo>
                <a:lnTo>
                  <a:pt x="42348" y="46494"/>
                </a:lnTo>
                <a:close/>
                <a:moveTo>
                  <a:pt x="81883" y="36722"/>
                </a:moveTo>
                <a:lnTo>
                  <a:pt x="81883" y="82920"/>
                </a:lnTo>
                <a:lnTo>
                  <a:pt x="55823" y="82920"/>
                </a:lnTo>
                <a:lnTo>
                  <a:pt x="55823" y="70926"/>
                </a:lnTo>
                <a:cubicBezTo>
                  <a:pt x="52269" y="75960"/>
                  <a:pt x="48419" y="79514"/>
                  <a:pt x="44125" y="81587"/>
                </a:cubicBezTo>
                <a:cubicBezTo>
                  <a:pt x="39683" y="83660"/>
                  <a:pt x="34501" y="84845"/>
                  <a:pt x="28282" y="84845"/>
                </a:cubicBezTo>
                <a:cubicBezTo>
                  <a:pt x="19842" y="84845"/>
                  <a:pt x="13030" y="82476"/>
                  <a:pt x="7848" y="77589"/>
                </a:cubicBezTo>
                <a:cubicBezTo>
                  <a:pt x="2517" y="72851"/>
                  <a:pt x="0" y="66484"/>
                  <a:pt x="0" y="58636"/>
                </a:cubicBezTo>
                <a:cubicBezTo>
                  <a:pt x="0" y="49160"/>
                  <a:pt x="3258" y="42200"/>
                  <a:pt x="9773" y="37758"/>
                </a:cubicBezTo>
                <a:cubicBezTo>
                  <a:pt x="16288" y="33316"/>
                  <a:pt x="26505" y="31095"/>
                  <a:pt x="40571" y="31095"/>
                </a:cubicBezTo>
                <a:lnTo>
                  <a:pt x="55823" y="31095"/>
                </a:lnTo>
                <a:lnTo>
                  <a:pt x="55823" y="29022"/>
                </a:lnTo>
                <a:cubicBezTo>
                  <a:pt x="55823" y="25024"/>
                  <a:pt x="54194" y="22063"/>
                  <a:pt x="50936" y="20138"/>
                </a:cubicBezTo>
                <a:cubicBezTo>
                  <a:pt x="47679" y="18213"/>
                  <a:pt x="42644" y="17176"/>
                  <a:pt x="35833" y="17176"/>
                </a:cubicBezTo>
                <a:cubicBezTo>
                  <a:pt x="30206" y="17176"/>
                  <a:pt x="25024" y="17769"/>
                  <a:pt x="20286" y="18953"/>
                </a:cubicBezTo>
                <a:cubicBezTo>
                  <a:pt x="15547" y="20138"/>
                  <a:pt x="11105" y="21766"/>
                  <a:pt x="7107" y="23839"/>
                </a:cubicBezTo>
                <a:lnTo>
                  <a:pt x="7107" y="4146"/>
                </a:lnTo>
                <a:cubicBezTo>
                  <a:pt x="12586" y="2813"/>
                  <a:pt x="18065" y="1777"/>
                  <a:pt x="23691" y="1036"/>
                </a:cubicBezTo>
                <a:cubicBezTo>
                  <a:pt x="29318" y="444"/>
                  <a:pt x="34945" y="0"/>
                  <a:pt x="40571" y="0"/>
                </a:cubicBezTo>
                <a:cubicBezTo>
                  <a:pt x="55082" y="0"/>
                  <a:pt x="65595" y="2961"/>
                  <a:pt x="72111" y="8736"/>
                </a:cubicBezTo>
                <a:cubicBezTo>
                  <a:pt x="78626" y="14511"/>
                  <a:pt x="81883" y="23839"/>
                  <a:pt x="81883" y="367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1A24A-B109-4C41-96E7-24A8E73F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84" y="996831"/>
            <a:ext cx="130303" cy="82920"/>
          </a:xfrm>
          <a:custGeom xmlns:a="http://schemas.openxmlformats.org/drawingml/2006/main">
            <a:pathLst>
              <a:path w="130303" h="82920">
                <a:moveTo>
                  <a:pt x="75220" y="15399"/>
                </a:moveTo>
                <a:cubicBezTo>
                  <a:pt x="78478" y="10365"/>
                  <a:pt x="82328" y="6663"/>
                  <a:pt x="86770" y="3998"/>
                </a:cubicBezTo>
                <a:cubicBezTo>
                  <a:pt x="91212" y="1333"/>
                  <a:pt x="96246" y="0"/>
                  <a:pt x="101725" y="0"/>
                </a:cubicBezTo>
                <a:cubicBezTo>
                  <a:pt x="110905" y="0"/>
                  <a:pt x="118013" y="2961"/>
                  <a:pt x="122899" y="8588"/>
                </a:cubicBezTo>
                <a:cubicBezTo>
                  <a:pt x="127785" y="14363"/>
                  <a:pt x="130303" y="22655"/>
                  <a:pt x="130303" y="33612"/>
                </a:cubicBezTo>
                <a:lnTo>
                  <a:pt x="130303" y="82920"/>
                </a:lnTo>
                <a:lnTo>
                  <a:pt x="104242" y="82920"/>
                </a:lnTo>
                <a:lnTo>
                  <a:pt x="104242" y="40720"/>
                </a:lnTo>
                <a:cubicBezTo>
                  <a:pt x="104242" y="40127"/>
                  <a:pt x="104390" y="39387"/>
                  <a:pt x="104390" y="38795"/>
                </a:cubicBezTo>
                <a:cubicBezTo>
                  <a:pt x="104390" y="38202"/>
                  <a:pt x="104390" y="37166"/>
                  <a:pt x="104390" y="35833"/>
                </a:cubicBezTo>
                <a:cubicBezTo>
                  <a:pt x="104390" y="30206"/>
                  <a:pt x="103502" y="26061"/>
                  <a:pt x="101873" y="23395"/>
                </a:cubicBezTo>
                <a:cubicBezTo>
                  <a:pt x="100096" y="20878"/>
                  <a:pt x="97431" y="19545"/>
                  <a:pt x="93729" y="19545"/>
                </a:cubicBezTo>
                <a:cubicBezTo>
                  <a:pt x="88695" y="19545"/>
                  <a:pt x="84993" y="21618"/>
                  <a:pt x="82328" y="25616"/>
                </a:cubicBezTo>
                <a:cubicBezTo>
                  <a:pt x="79662" y="29762"/>
                  <a:pt x="78182" y="35537"/>
                  <a:pt x="78182" y="43089"/>
                </a:cubicBezTo>
                <a:lnTo>
                  <a:pt x="78182" y="82920"/>
                </a:lnTo>
                <a:lnTo>
                  <a:pt x="52121" y="82920"/>
                </a:lnTo>
                <a:lnTo>
                  <a:pt x="52121" y="40720"/>
                </a:lnTo>
                <a:cubicBezTo>
                  <a:pt x="52121" y="31835"/>
                  <a:pt x="51233" y="26061"/>
                  <a:pt x="49752" y="23395"/>
                </a:cubicBezTo>
                <a:cubicBezTo>
                  <a:pt x="48271" y="20878"/>
                  <a:pt x="45458" y="19545"/>
                  <a:pt x="41608" y="19545"/>
                </a:cubicBezTo>
                <a:cubicBezTo>
                  <a:pt x="36574" y="19545"/>
                  <a:pt x="32724" y="21618"/>
                  <a:pt x="30058" y="25616"/>
                </a:cubicBezTo>
                <a:cubicBezTo>
                  <a:pt x="27393" y="29762"/>
                  <a:pt x="26061" y="35537"/>
                  <a:pt x="26061" y="43089"/>
                </a:cubicBezTo>
                <a:lnTo>
                  <a:pt x="26061" y="82920"/>
                </a:lnTo>
                <a:lnTo>
                  <a:pt x="0" y="82920"/>
                </a:lnTo>
                <a:lnTo>
                  <a:pt x="0" y="1925"/>
                </a:lnTo>
                <a:lnTo>
                  <a:pt x="26061" y="1925"/>
                </a:lnTo>
                <a:lnTo>
                  <a:pt x="26061" y="13771"/>
                </a:lnTo>
                <a:cubicBezTo>
                  <a:pt x="29170" y="9328"/>
                  <a:pt x="32872" y="5923"/>
                  <a:pt x="37018" y="3554"/>
                </a:cubicBezTo>
                <a:cubicBezTo>
                  <a:pt x="41164" y="1185"/>
                  <a:pt x="45606" y="0"/>
                  <a:pt x="50640" y="0"/>
                </a:cubicBezTo>
                <a:cubicBezTo>
                  <a:pt x="56119" y="0"/>
                  <a:pt x="61005" y="1481"/>
                  <a:pt x="65299" y="4146"/>
                </a:cubicBezTo>
                <a:cubicBezTo>
                  <a:pt x="69593" y="6811"/>
                  <a:pt x="72851" y="10661"/>
                  <a:pt x="75220" y="15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D129D-9A94-4ABE-89C1-93DE45D6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651" y="996831"/>
            <a:ext cx="86918" cy="84845"/>
          </a:xfrm>
          <a:custGeom xmlns:a="http://schemas.openxmlformats.org/drawingml/2006/main">
            <a:pathLst>
              <a:path w="86918" h="84845">
                <a:moveTo>
                  <a:pt x="86918" y="42200"/>
                </a:moveTo>
                <a:lnTo>
                  <a:pt x="86918" y="49604"/>
                </a:lnTo>
                <a:lnTo>
                  <a:pt x="26357" y="49604"/>
                </a:lnTo>
                <a:cubicBezTo>
                  <a:pt x="26949" y="55675"/>
                  <a:pt x="29170" y="60265"/>
                  <a:pt x="33020" y="63226"/>
                </a:cubicBezTo>
                <a:cubicBezTo>
                  <a:pt x="36722" y="66336"/>
                  <a:pt x="41904" y="67817"/>
                  <a:pt x="48715" y="67817"/>
                </a:cubicBezTo>
                <a:cubicBezTo>
                  <a:pt x="54046" y="67817"/>
                  <a:pt x="59673" y="67076"/>
                  <a:pt x="65447" y="65447"/>
                </a:cubicBezTo>
                <a:cubicBezTo>
                  <a:pt x="71074" y="63819"/>
                  <a:pt x="76997" y="61301"/>
                  <a:pt x="83068" y="58044"/>
                </a:cubicBezTo>
                <a:lnTo>
                  <a:pt x="83068" y="78033"/>
                </a:lnTo>
                <a:cubicBezTo>
                  <a:pt x="76849" y="80403"/>
                  <a:pt x="70778" y="82031"/>
                  <a:pt x="64707" y="83068"/>
                </a:cubicBezTo>
                <a:cubicBezTo>
                  <a:pt x="58488" y="84252"/>
                  <a:pt x="52417" y="84845"/>
                  <a:pt x="46346" y="84845"/>
                </a:cubicBezTo>
                <a:cubicBezTo>
                  <a:pt x="31687" y="84845"/>
                  <a:pt x="20286" y="81143"/>
                  <a:pt x="12142" y="73739"/>
                </a:cubicBezTo>
                <a:cubicBezTo>
                  <a:pt x="3998" y="66336"/>
                  <a:pt x="0" y="55971"/>
                  <a:pt x="0" y="42496"/>
                </a:cubicBezTo>
                <a:cubicBezTo>
                  <a:pt x="0" y="29318"/>
                  <a:pt x="3998" y="18953"/>
                  <a:pt x="11994" y="11401"/>
                </a:cubicBezTo>
                <a:cubicBezTo>
                  <a:pt x="19990" y="3850"/>
                  <a:pt x="30947" y="0"/>
                  <a:pt x="44866" y="0"/>
                </a:cubicBezTo>
                <a:cubicBezTo>
                  <a:pt x="57600" y="0"/>
                  <a:pt x="67668" y="3850"/>
                  <a:pt x="75368" y="11550"/>
                </a:cubicBezTo>
                <a:cubicBezTo>
                  <a:pt x="83068" y="19249"/>
                  <a:pt x="86918" y="29466"/>
                  <a:pt x="86918" y="42200"/>
                </a:cubicBezTo>
                <a:close/>
                <a:moveTo>
                  <a:pt x="60265" y="33612"/>
                </a:moveTo>
                <a:cubicBezTo>
                  <a:pt x="60265" y="28726"/>
                  <a:pt x="58784" y="24728"/>
                  <a:pt x="55971" y="21766"/>
                </a:cubicBezTo>
                <a:cubicBezTo>
                  <a:pt x="53009" y="18805"/>
                  <a:pt x="49308" y="17176"/>
                  <a:pt x="44717" y="17176"/>
                </a:cubicBezTo>
                <a:cubicBezTo>
                  <a:pt x="39683" y="17176"/>
                  <a:pt x="35537" y="18657"/>
                  <a:pt x="32428" y="21470"/>
                </a:cubicBezTo>
                <a:cubicBezTo>
                  <a:pt x="29318" y="24284"/>
                  <a:pt x="27393" y="28282"/>
                  <a:pt x="26653" y="33612"/>
                </a:cubicBezTo>
                <a:lnTo>
                  <a:pt x="60265" y="336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BB0E5-0065-49E6-9C94-2DD7038B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1430524"/>
            <a:ext cx="21594" cy="10"/>
          </a:xfrm>
          <a:custGeom xmlns:a="http://schemas.openxmlformats.org/drawingml/2006/main">
            <a:pathLst>
              <a:path w="21594" h="1">
                <a:moveTo>
                  <a:pt x="2159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D2535-49DF-4737-85E9-512238D9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1430524"/>
            <a:ext cx="21594" cy="10"/>
          </a:xfrm>
          <a:custGeom xmlns:a="http://schemas.openxmlformats.org/drawingml/2006/main">
            <a:pathLst>
              <a:path w="21594" h="1" fill="none">
                <a:moveTo>
                  <a:pt x="215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A5979-42B7-467C-86FE-F80C3C7E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09" y="1363406"/>
            <a:ext cx="76701" cy="107944"/>
          </a:xfrm>
          <a:custGeom xmlns:a="http://schemas.openxmlformats.org/drawingml/2006/main">
            <a:pathLst>
              <a:path w="76701" h="107944">
                <a:moveTo>
                  <a:pt x="0" y="0"/>
                </a:moveTo>
                <a:lnTo>
                  <a:pt x="27837" y="0"/>
                </a:lnTo>
                <a:lnTo>
                  <a:pt x="27837" y="86918"/>
                </a:lnTo>
                <a:lnTo>
                  <a:pt x="76701" y="86918"/>
                </a:lnTo>
                <a:lnTo>
                  <a:pt x="76701" y="107944"/>
                </a:ln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ADC22-A50B-4BC9-9820-E980AE46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46" y="1358815"/>
            <a:ext cx="25912" cy="112534"/>
          </a:xfrm>
          <a:custGeom xmlns:a="http://schemas.openxmlformats.org/drawingml/2006/main">
            <a:pathLst>
              <a:path w="25912" h="112534">
                <a:moveTo>
                  <a:pt x="0" y="31539"/>
                </a:moveTo>
                <a:lnTo>
                  <a:pt x="25912" y="31539"/>
                </a:lnTo>
                <a:lnTo>
                  <a:pt x="25912" y="112534"/>
                </a:lnTo>
                <a:lnTo>
                  <a:pt x="0" y="112534"/>
                </a:lnTo>
                <a:lnTo>
                  <a:pt x="0" y="31539"/>
                </a:lnTo>
                <a:close/>
                <a:moveTo>
                  <a:pt x="0" y="0"/>
                </a:moveTo>
                <a:lnTo>
                  <a:pt x="25912" y="0"/>
                </a:lnTo>
                <a:lnTo>
                  <a:pt x="25912" y="21174"/>
                </a:lnTo>
                <a:lnTo>
                  <a:pt x="0" y="21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1D962-2170-4AA6-862D-D0841D07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34" y="1358815"/>
            <a:ext cx="86918" cy="114459"/>
          </a:xfrm>
          <a:custGeom xmlns:a="http://schemas.openxmlformats.org/drawingml/2006/main">
            <a:pathLst>
              <a:path w="86918" h="114459">
                <a:moveTo>
                  <a:pt x="43089" y="95802"/>
                </a:moveTo>
                <a:cubicBezTo>
                  <a:pt x="48567" y="95802"/>
                  <a:pt x="52713" y="93877"/>
                  <a:pt x="55675" y="89731"/>
                </a:cubicBezTo>
                <a:cubicBezTo>
                  <a:pt x="58636" y="85733"/>
                  <a:pt x="60117" y="79810"/>
                  <a:pt x="60117" y="72111"/>
                </a:cubicBezTo>
                <a:cubicBezTo>
                  <a:pt x="60117" y="64411"/>
                  <a:pt x="58636" y="58636"/>
                  <a:pt x="55675" y="54490"/>
                </a:cubicBezTo>
                <a:cubicBezTo>
                  <a:pt x="52713" y="50492"/>
                  <a:pt x="48567" y="48419"/>
                  <a:pt x="43089" y="48419"/>
                </a:cubicBezTo>
                <a:cubicBezTo>
                  <a:pt x="37462" y="48419"/>
                  <a:pt x="33316" y="50492"/>
                  <a:pt x="30355" y="54490"/>
                </a:cubicBezTo>
                <a:cubicBezTo>
                  <a:pt x="27393" y="58636"/>
                  <a:pt x="25912" y="64411"/>
                  <a:pt x="25912" y="72111"/>
                </a:cubicBezTo>
                <a:cubicBezTo>
                  <a:pt x="25912" y="79810"/>
                  <a:pt x="27393" y="85733"/>
                  <a:pt x="30355" y="89731"/>
                </a:cubicBezTo>
                <a:cubicBezTo>
                  <a:pt x="33316" y="93877"/>
                  <a:pt x="37462" y="95802"/>
                  <a:pt x="43089" y="95802"/>
                </a:cubicBezTo>
                <a:close/>
                <a:moveTo>
                  <a:pt x="25912" y="43385"/>
                </a:moveTo>
                <a:cubicBezTo>
                  <a:pt x="29466" y="38647"/>
                  <a:pt x="33316" y="35241"/>
                  <a:pt x="37758" y="33020"/>
                </a:cubicBezTo>
                <a:cubicBezTo>
                  <a:pt x="42052" y="30799"/>
                  <a:pt x="47087" y="29614"/>
                  <a:pt x="52713" y="29614"/>
                </a:cubicBezTo>
                <a:cubicBezTo>
                  <a:pt x="62634" y="29614"/>
                  <a:pt x="70778" y="33612"/>
                  <a:pt x="77293" y="41608"/>
                </a:cubicBezTo>
                <a:cubicBezTo>
                  <a:pt x="83660" y="49604"/>
                  <a:pt x="86918" y="59821"/>
                  <a:pt x="86918" y="72259"/>
                </a:cubicBezTo>
                <a:cubicBezTo>
                  <a:pt x="86918" y="84697"/>
                  <a:pt x="83660" y="94914"/>
                  <a:pt x="77293" y="102761"/>
                </a:cubicBezTo>
                <a:cubicBezTo>
                  <a:pt x="70778" y="110609"/>
                  <a:pt x="62634" y="114459"/>
                  <a:pt x="52713" y="114459"/>
                </a:cubicBezTo>
                <a:cubicBezTo>
                  <a:pt x="47087" y="114459"/>
                  <a:pt x="42052" y="113274"/>
                  <a:pt x="37758" y="111201"/>
                </a:cubicBezTo>
                <a:cubicBezTo>
                  <a:pt x="33316" y="109128"/>
                  <a:pt x="29466" y="105575"/>
                  <a:pt x="25912" y="100836"/>
                </a:cubicBezTo>
                <a:lnTo>
                  <a:pt x="25912" y="112534"/>
                </a:lnTo>
                <a:lnTo>
                  <a:pt x="0" y="112534"/>
                </a:lnTo>
                <a:lnTo>
                  <a:pt x="0" y="0"/>
                </a:lnTo>
                <a:lnTo>
                  <a:pt x="25912" y="0"/>
                </a:lnTo>
                <a:lnTo>
                  <a:pt x="25912" y="433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B8098-AF86-4247-A98E-9671F91D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66" y="1363406"/>
            <a:ext cx="75072" cy="107944"/>
          </a:xfrm>
          <a:custGeom xmlns:a="http://schemas.openxmlformats.org/drawingml/2006/main">
            <a:pathLst>
              <a:path w="75072" h="107944">
                <a:moveTo>
                  <a:pt x="0" y="0"/>
                </a:moveTo>
                <a:lnTo>
                  <a:pt x="75072" y="0"/>
                </a:lnTo>
                <a:lnTo>
                  <a:pt x="75072" y="21026"/>
                </a:lnTo>
                <a:lnTo>
                  <a:pt x="27837" y="21026"/>
                </a:lnTo>
                <a:lnTo>
                  <a:pt x="27837" y="41164"/>
                </a:lnTo>
                <a:lnTo>
                  <a:pt x="72259" y="41164"/>
                </a:lnTo>
                <a:lnTo>
                  <a:pt x="72259" y="62190"/>
                </a:lnTo>
                <a:lnTo>
                  <a:pt x="27837" y="62190"/>
                </a:lnTo>
                <a:lnTo>
                  <a:pt x="27837" y="107944"/>
                </a:ln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D76F4-00A1-487D-9E0A-F77C23AD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99" y="1390354"/>
            <a:ext cx="81439" cy="82920"/>
          </a:xfrm>
          <a:custGeom xmlns:a="http://schemas.openxmlformats.org/drawingml/2006/main">
            <a:pathLst>
              <a:path w="81439" h="82920">
                <a:moveTo>
                  <a:pt x="0" y="49456"/>
                </a:moveTo>
                <a:lnTo>
                  <a:pt x="0" y="0"/>
                </a:lnTo>
                <a:lnTo>
                  <a:pt x="26061" y="0"/>
                </a:lnTo>
                <a:lnTo>
                  <a:pt x="26061" y="8144"/>
                </a:lnTo>
                <a:cubicBezTo>
                  <a:pt x="26061" y="12586"/>
                  <a:pt x="25912" y="18065"/>
                  <a:pt x="25912" y="24728"/>
                </a:cubicBezTo>
                <a:cubicBezTo>
                  <a:pt x="25912" y="31391"/>
                  <a:pt x="25912" y="35833"/>
                  <a:pt x="25912" y="37906"/>
                </a:cubicBezTo>
                <a:cubicBezTo>
                  <a:pt x="25912" y="44421"/>
                  <a:pt x="26061" y="49160"/>
                  <a:pt x="26357" y="51973"/>
                </a:cubicBezTo>
                <a:cubicBezTo>
                  <a:pt x="26653" y="54934"/>
                  <a:pt x="27245" y="57007"/>
                  <a:pt x="28134" y="58192"/>
                </a:cubicBezTo>
                <a:cubicBezTo>
                  <a:pt x="29170" y="59969"/>
                  <a:pt x="30503" y="61301"/>
                  <a:pt x="32279" y="62190"/>
                </a:cubicBezTo>
                <a:cubicBezTo>
                  <a:pt x="33908" y="63078"/>
                  <a:pt x="35833" y="63522"/>
                  <a:pt x="38202" y="63522"/>
                </a:cubicBezTo>
                <a:cubicBezTo>
                  <a:pt x="43533" y="63522"/>
                  <a:pt x="47827" y="61449"/>
                  <a:pt x="50936" y="57304"/>
                </a:cubicBezTo>
                <a:cubicBezTo>
                  <a:pt x="53898" y="53158"/>
                  <a:pt x="55527" y="47383"/>
                  <a:pt x="55527" y="39979"/>
                </a:cubicBezTo>
                <a:lnTo>
                  <a:pt x="55527" y="0"/>
                </a:lnTo>
                <a:lnTo>
                  <a:pt x="81439" y="0"/>
                </a:lnTo>
                <a:lnTo>
                  <a:pt x="81439" y="80995"/>
                </a:lnTo>
                <a:lnTo>
                  <a:pt x="55527" y="80995"/>
                </a:lnTo>
                <a:lnTo>
                  <a:pt x="55527" y="69297"/>
                </a:lnTo>
                <a:cubicBezTo>
                  <a:pt x="51677" y="74036"/>
                  <a:pt x="47531" y="77589"/>
                  <a:pt x="43089" y="79662"/>
                </a:cubicBezTo>
                <a:cubicBezTo>
                  <a:pt x="38647" y="81735"/>
                  <a:pt x="33908" y="82920"/>
                  <a:pt x="28726" y="82920"/>
                </a:cubicBezTo>
                <a:cubicBezTo>
                  <a:pt x="19249" y="82920"/>
                  <a:pt x="12142" y="80106"/>
                  <a:pt x="7255" y="74480"/>
                </a:cubicBezTo>
                <a:cubicBezTo>
                  <a:pt x="2369" y="68853"/>
                  <a:pt x="0" y="60413"/>
                  <a:pt x="0" y="494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2CB9A-8B4D-48A6-967C-09026E89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14" y="1388430"/>
            <a:ext cx="81439" cy="82920"/>
          </a:xfrm>
          <a:custGeom xmlns:a="http://schemas.openxmlformats.org/drawingml/2006/main">
            <a:pathLst>
              <a:path w="81439" h="82920">
                <a:moveTo>
                  <a:pt x="81439" y="33612"/>
                </a:moveTo>
                <a:lnTo>
                  <a:pt x="81439" y="82920"/>
                </a:lnTo>
                <a:lnTo>
                  <a:pt x="55379" y="82920"/>
                </a:lnTo>
                <a:lnTo>
                  <a:pt x="55379" y="74924"/>
                </a:lnTo>
                <a:lnTo>
                  <a:pt x="55379" y="45162"/>
                </a:lnTo>
                <a:cubicBezTo>
                  <a:pt x="55379" y="38202"/>
                  <a:pt x="55231" y="33464"/>
                  <a:pt x="54934" y="30799"/>
                </a:cubicBezTo>
                <a:cubicBezTo>
                  <a:pt x="54638" y="28134"/>
                  <a:pt x="54046" y="26209"/>
                  <a:pt x="53306" y="24876"/>
                </a:cubicBezTo>
                <a:cubicBezTo>
                  <a:pt x="52269" y="23247"/>
                  <a:pt x="50936" y="21915"/>
                  <a:pt x="49160" y="21026"/>
                </a:cubicBezTo>
                <a:cubicBezTo>
                  <a:pt x="47383" y="20138"/>
                  <a:pt x="45310" y="19545"/>
                  <a:pt x="43237" y="19545"/>
                </a:cubicBezTo>
                <a:cubicBezTo>
                  <a:pt x="37758" y="19545"/>
                  <a:pt x="33464" y="21618"/>
                  <a:pt x="30503" y="25764"/>
                </a:cubicBezTo>
                <a:cubicBezTo>
                  <a:pt x="27393" y="29910"/>
                  <a:pt x="25912" y="35685"/>
                  <a:pt x="25912" y="43089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3771"/>
                </a:lnTo>
                <a:cubicBezTo>
                  <a:pt x="29762" y="9032"/>
                  <a:pt x="33760" y="5627"/>
                  <a:pt x="38202" y="3406"/>
                </a:cubicBezTo>
                <a:cubicBezTo>
                  <a:pt x="42644" y="1185"/>
                  <a:pt x="47531" y="0"/>
                  <a:pt x="52861" y="0"/>
                </a:cubicBezTo>
                <a:cubicBezTo>
                  <a:pt x="62190" y="0"/>
                  <a:pt x="69297" y="2961"/>
                  <a:pt x="74184" y="8588"/>
                </a:cubicBezTo>
                <a:cubicBezTo>
                  <a:pt x="78922" y="14363"/>
                  <a:pt x="81439" y="22655"/>
                  <a:pt x="81439" y="3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33F2E-A160-440B-986B-A71AD003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70" y="1388430"/>
            <a:ext cx="71518" cy="84845"/>
          </a:xfrm>
          <a:custGeom xmlns:a="http://schemas.openxmlformats.org/drawingml/2006/main">
            <a:pathLst>
              <a:path w="71518" h="84845">
                <a:moveTo>
                  <a:pt x="71518" y="4442"/>
                </a:moveTo>
                <a:lnTo>
                  <a:pt x="71518" y="25616"/>
                </a:lnTo>
                <a:cubicBezTo>
                  <a:pt x="67965" y="23247"/>
                  <a:pt x="64411" y="21470"/>
                  <a:pt x="60857" y="20286"/>
                </a:cubicBezTo>
                <a:cubicBezTo>
                  <a:pt x="57304" y="19101"/>
                  <a:pt x="53602" y="18509"/>
                  <a:pt x="49900" y="18509"/>
                </a:cubicBezTo>
                <a:cubicBezTo>
                  <a:pt x="42644" y="18509"/>
                  <a:pt x="37018" y="20730"/>
                  <a:pt x="33020" y="24876"/>
                </a:cubicBezTo>
                <a:cubicBezTo>
                  <a:pt x="28874" y="29022"/>
                  <a:pt x="26949" y="34945"/>
                  <a:pt x="26949" y="42496"/>
                </a:cubicBezTo>
                <a:cubicBezTo>
                  <a:pt x="26949" y="50196"/>
                  <a:pt x="28874" y="56119"/>
                  <a:pt x="33020" y="60265"/>
                </a:cubicBezTo>
                <a:cubicBezTo>
                  <a:pt x="37018" y="64411"/>
                  <a:pt x="42644" y="66484"/>
                  <a:pt x="49900" y="66484"/>
                </a:cubicBezTo>
                <a:cubicBezTo>
                  <a:pt x="53898" y="66484"/>
                  <a:pt x="57748" y="65892"/>
                  <a:pt x="61449" y="64707"/>
                </a:cubicBezTo>
                <a:cubicBezTo>
                  <a:pt x="65003" y="63522"/>
                  <a:pt x="68409" y="61746"/>
                  <a:pt x="71518" y="59377"/>
                </a:cubicBezTo>
                <a:lnTo>
                  <a:pt x="71518" y="80551"/>
                </a:lnTo>
                <a:cubicBezTo>
                  <a:pt x="67372" y="82031"/>
                  <a:pt x="63226" y="83068"/>
                  <a:pt x="59080" y="83808"/>
                </a:cubicBezTo>
                <a:cubicBezTo>
                  <a:pt x="54934" y="84401"/>
                  <a:pt x="50788" y="84845"/>
                  <a:pt x="46642" y="84845"/>
                </a:cubicBezTo>
                <a:cubicBezTo>
                  <a:pt x="31983" y="84845"/>
                  <a:pt x="20582" y="81143"/>
                  <a:pt x="12290" y="73739"/>
                </a:cubicBezTo>
                <a:cubicBezTo>
                  <a:pt x="3998" y="66336"/>
                  <a:pt x="0" y="55823"/>
                  <a:pt x="0" y="42496"/>
                </a:cubicBezTo>
                <a:cubicBezTo>
                  <a:pt x="0" y="29170"/>
                  <a:pt x="3998" y="18805"/>
                  <a:pt x="12290" y="11253"/>
                </a:cubicBezTo>
                <a:cubicBezTo>
                  <a:pt x="20582" y="3850"/>
                  <a:pt x="31983" y="0"/>
                  <a:pt x="46642" y="0"/>
                </a:cubicBezTo>
                <a:cubicBezTo>
                  <a:pt x="50788" y="0"/>
                  <a:pt x="54934" y="444"/>
                  <a:pt x="59080" y="1185"/>
                </a:cubicBezTo>
                <a:cubicBezTo>
                  <a:pt x="63226" y="1925"/>
                  <a:pt x="67372" y="2961"/>
                  <a:pt x="71518" y="44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AEFAA-A646-4555-AEF7-07634A9F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60" y="1363406"/>
            <a:ext cx="101577" cy="107944"/>
          </a:xfrm>
          <a:custGeom xmlns:a="http://schemas.openxmlformats.org/drawingml/2006/main">
            <a:pathLst>
              <a:path w="101577" h="107944">
                <a:moveTo>
                  <a:pt x="27837" y="21026"/>
                </a:moveTo>
                <a:lnTo>
                  <a:pt x="27837" y="86918"/>
                </a:lnTo>
                <a:lnTo>
                  <a:pt x="37758" y="86918"/>
                </a:lnTo>
                <a:cubicBezTo>
                  <a:pt x="49012" y="86918"/>
                  <a:pt x="57748" y="84104"/>
                  <a:pt x="63819" y="78478"/>
                </a:cubicBezTo>
                <a:cubicBezTo>
                  <a:pt x="69741" y="72851"/>
                  <a:pt x="72851" y="64707"/>
                  <a:pt x="72851" y="53898"/>
                </a:cubicBezTo>
                <a:cubicBezTo>
                  <a:pt x="72851" y="43237"/>
                  <a:pt x="69741" y="35093"/>
                  <a:pt x="63819" y="29466"/>
                </a:cubicBezTo>
                <a:cubicBezTo>
                  <a:pt x="57896" y="23839"/>
                  <a:pt x="49160" y="21026"/>
                  <a:pt x="37758" y="21026"/>
                </a:cubicBezTo>
                <a:lnTo>
                  <a:pt x="27837" y="21026"/>
                </a:lnTo>
                <a:close/>
                <a:moveTo>
                  <a:pt x="0" y="0"/>
                </a:moveTo>
                <a:lnTo>
                  <a:pt x="29318" y="0"/>
                </a:lnTo>
                <a:cubicBezTo>
                  <a:pt x="45606" y="0"/>
                  <a:pt x="57896" y="1185"/>
                  <a:pt x="65892" y="3554"/>
                </a:cubicBezTo>
                <a:cubicBezTo>
                  <a:pt x="73887" y="5923"/>
                  <a:pt x="80847" y="9773"/>
                  <a:pt x="86622" y="15399"/>
                </a:cubicBezTo>
                <a:cubicBezTo>
                  <a:pt x="91656" y="20286"/>
                  <a:pt x="95358" y="25912"/>
                  <a:pt x="97875" y="32279"/>
                </a:cubicBezTo>
                <a:cubicBezTo>
                  <a:pt x="100244" y="38647"/>
                  <a:pt x="101577" y="45902"/>
                  <a:pt x="101577" y="53898"/>
                </a:cubicBezTo>
                <a:cubicBezTo>
                  <a:pt x="101577" y="62042"/>
                  <a:pt x="100244" y="69297"/>
                  <a:pt x="97875" y="75664"/>
                </a:cubicBezTo>
                <a:cubicBezTo>
                  <a:pt x="95358" y="82179"/>
                  <a:pt x="91656" y="87806"/>
                  <a:pt x="86622" y="92544"/>
                </a:cubicBezTo>
                <a:cubicBezTo>
                  <a:pt x="80699" y="98171"/>
                  <a:pt x="73739" y="102169"/>
                  <a:pt x="65744" y="104538"/>
                </a:cubicBezTo>
                <a:cubicBezTo>
                  <a:pt x="57600" y="106907"/>
                  <a:pt x="45458" y="107944"/>
                  <a:pt x="29318" y="107944"/>
                </a:cubicBez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06173-EF0B-4A72-9870-ABB3EC91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304" y="1388430"/>
            <a:ext cx="88991" cy="84845"/>
          </a:xfrm>
          <a:custGeom xmlns:a="http://schemas.openxmlformats.org/drawingml/2006/main">
            <a:pathLst>
              <a:path w="88991" h="84845">
                <a:moveTo>
                  <a:pt x="44569" y="18509"/>
                </a:moveTo>
                <a:cubicBezTo>
                  <a:pt x="38795" y="18509"/>
                  <a:pt x="34352" y="20582"/>
                  <a:pt x="31391" y="24728"/>
                </a:cubicBezTo>
                <a:cubicBezTo>
                  <a:pt x="28430" y="28874"/>
                  <a:pt x="26949" y="34797"/>
                  <a:pt x="26949" y="42496"/>
                </a:cubicBezTo>
                <a:cubicBezTo>
                  <a:pt x="26949" y="50344"/>
                  <a:pt x="28430" y="56267"/>
                  <a:pt x="31391" y="60413"/>
                </a:cubicBezTo>
                <a:cubicBezTo>
                  <a:pt x="34352" y="64559"/>
                  <a:pt x="38795" y="66484"/>
                  <a:pt x="44569" y="66484"/>
                </a:cubicBezTo>
                <a:cubicBezTo>
                  <a:pt x="50196" y="66484"/>
                  <a:pt x="54490" y="64559"/>
                  <a:pt x="57452" y="60413"/>
                </a:cubicBezTo>
                <a:cubicBezTo>
                  <a:pt x="60413" y="56267"/>
                  <a:pt x="62042" y="50344"/>
                  <a:pt x="62042" y="42496"/>
                </a:cubicBezTo>
                <a:cubicBezTo>
                  <a:pt x="62042" y="34797"/>
                  <a:pt x="60413" y="28874"/>
                  <a:pt x="57452" y="24728"/>
                </a:cubicBezTo>
                <a:cubicBezTo>
                  <a:pt x="54490" y="20582"/>
                  <a:pt x="50196" y="18509"/>
                  <a:pt x="44569" y="18509"/>
                </a:cubicBezTo>
                <a:close/>
                <a:moveTo>
                  <a:pt x="44569" y="0"/>
                </a:moveTo>
                <a:cubicBezTo>
                  <a:pt x="58488" y="0"/>
                  <a:pt x="69297" y="3850"/>
                  <a:pt x="77145" y="11253"/>
                </a:cubicBezTo>
                <a:cubicBezTo>
                  <a:pt x="84993" y="18805"/>
                  <a:pt x="88991" y="29170"/>
                  <a:pt x="88991" y="42496"/>
                </a:cubicBezTo>
                <a:cubicBezTo>
                  <a:pt x="88991" y="55823"/>
                  <a:pt x="84993" y="66336"/>
                  <a:pt x="77145" y="73739"/>
                </a:cubicBezTo>
                <a:cubicBezTo>
                  <a:pt x="69297" y="81143"/>
                  <a:pt x="58488" y="84845"/>
                  <a:pt x="44569" y="84845"/>
                </a:cubicBezTo>
                <a:cubicBezTo>
                  <a:pt x="30651" y="84845"/>
                  <a:pt x="19693" y="81143"/>
                  <a:pt x="11846" y="73739"/>
                </a:cubicBezTo>
                <a:cubicBezTo>
                  <a:pt x="3850" y="66336"/>
                  <a:pt x="0" y="55823"/>
                  <a:pt x="0" y="42496"/>
                </a:cubicBezTo>
                <a:cubicBezTo>
                  <a:pt x="0" y="29170"/>
                  <a:pt x="3850" y="18805"/>
                  <a:pt x="11846" y="11253"/>
                </a:cubicBezTo>
                <a:cubicBezTo>
                  <a:pt x="19693" y="3850"/>
                  <a:pt x="30651" y="0"/>
                  <a:pt x="4456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F7BAF-A600-474D-93D7-9F238C5F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029" y="1388430"/>
            <a:ext cx="71518" cy="84845"/>
          </a:xfrm>
          <a:custGeom xmlns:a="http://schemas.openxmlformats.org/drawingml/2006/main">
            <a:pathLst>
              <a:path w="71518" h="84845">
                <a:moveTo>
                  <a:pt x="71518" y="4442"/>
                </a:moveTo>
                <a:lnTo>
                  <a:pt x="71518" y="25616"/>
                </a:lnTo>
                <a:cubicBezTo>
                  <a:pt x="67965" y="23247"/>
                  <a:pt x="64411" y="21470"/>
                  <a:pt x="60857" y="20286"/>
                </a:cubicBezTo>
                <a:cubicBezTo>
                  <a:pt x="57304" y="19101"/>
                  <a:pt x="53602" y="18509"/>
                  <a:pt x="49900" y="18509"/>
                </a:cubicBezTo>
                <a:cubicBezTo>
                  <a:pt x="42644" y="18509"/>
                  <a:pt x="37018" y="20730"/>
                  <a:pt x="33020" y="24876"/>
                </a:cubicBezTo>
                <a:cubicBezTo>
                  <a:pt x="28874" y="29022"/>
                  <a:pt x="26949" y="34945"/>
                  <a:pt x="26949" y="42496"/>
                </a:cubicBezTo>
                <a:cubicBezTo>
                  <a:pt x="26949" y="50196"/>
                  <a:pt x="28874" y="56119"/>
                  <a:pt x="33020" y="60265"/>
                </a:cubicBezTo>
                <a:cubicBezTo>
                  <a:pt x="37018" y="64411"/>
                  <a:pt x="42644" y="66484"/>
                  <a:pt x="49900" y="66484"/>
                </a:cubicBezTo>
                <a:cubicBezTo>
                  <a:pt x="53898" y="66484"/>
                  <a:pt x="57748" y="65892"/>
                  <a:pt x="61449" y="64707"/>
                </a:cubicBezTo>
                <a:cubicBezTo>
                  <a:pt x="65003" y="63522"/>
                  <a:pt x="68409" y="61746"/>
                  <a:pt x="71518" y="59377"/>
                </a:cubicBezTo>
                <a:lnTo>
                  <a:pt x="71518" y="80551"/>
                </a:lnTo>
                <a:cubicBezTo>
                  <a:pt x="67372" y="82031"/>
                  <a:pt x="63226" y="83068"/>
                  <a:pt x="59080" y="83808"/>
                </a:cubicBezTo>
                <a:cubicBezTo>
                  <a:pt x="54934" y="84401"/>
                  <a:pt x="50788" y="84845"/>
                  <a:pt x="46642" y="84845"/>
                </a:cubicBezTo>
                <a:cubicBezTo>
                  <a:pt x="31983" y="84845"/>
                  <a:pt x="20582" y="81143"/>
                  <a:pt x="12290" y="73739"/>
                </a:cubicBezTo>
                <a:cubicBezTo>
                  <a:pt x="3998" y="66336"/>
                  <a:pt x="0" y="55823"/>
                  <a:pt x="0" y="42496"/>
                </a:cubicBezTo>
                <a:cubicBezTo>
                  <a:pt x="0" y="29170"/>
                  <a:pt x="3998" y="18805"/>
                  <a:pt x="12290" y="11253"/>
                </a:cubicBezTo>
                <a:cubicBezTo>
                  <a:pt x="20582" y="3850"/>
                  <a:pt x="31983" y="0"/>
                  <a:pt x="46642" y="0"/>
                </a:cubicBezTo>
                <a:cubicBezTo>
                  <a:pt x="50788" y="0"/>
                  <a:pt x="54934" y="444"/>
                  <a:pt x="59080" y="1185"/>
                </a:cubicBezTo>
                <a:cubicBezTo>
                  <a:pt x="63226" y="1925"/>
                  <a:pt x="67372" y="2961"/>
                  <a:pt x="71518" y="44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F37AA-EDFF-4A63-8FCA-FC51B3FB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168" y="1388430"/>
            <a:ext cx="73443" cy="84845"/>
          </a:xfrm>
          <a:custGeom xmlns:a="http://schemas.openxmlformats.org/drawingml/2006/main">
            <a:pathLst>
              <a:path w="73443" h="84845">
                <a:moveTo>
                  <a:pt x="67965" y="4442"/>
                </a:moveTo>
                <a:lnTo>
                  <a:pt x="67965" y="24136"/>
                </a:lnTo>
                <a:cubicBezTo>
                  <a:pt x="62338" y="21915"/>
                  <a:pt x="57007" y="20138"/>
                  <a:pt x="51973" y="18953"/>
                </a:cubicBezTo>
                <a:cubicBezTo>
                  <a:pt x="46790" y="17769"/>
                  <a:pt x="41904" y="17176"/>
                  <a:pt x="37314" y="17176"/>
                </a:cubicBezTo>
                <a:cubicBezTo>
                  <a:pt x="32279" y="17176"/>
                  <a:pt x="28726" y="17917"/>
                  <a:pt x="26357" y="19101"/>
                </a:cubicBezTo>
                <a:cubicBezTo>
                  <a:pt x="23988" y="20286"/>
                  <a:pt x="22803" y="22211"/>
                  <a:pt x="22803" y="24728"/>
                </a:cubicBezTo>
                <a:cubicBezTo>
                  <a:pt x="22803" y="26801"/>
                  <a:pt x="23691" y="28430"/>
                  <a:pt x="25468" y="29466"/>
                </a:cubicBezTo>
                <a:cubicBezTo>
                  <a:pt x="27245" y="30651"/>
                  <a:pt x="30503" y="31391"/>
                  <a:pt x="35241" y="31983"/>
                </a:cubicBezTo>
                <a:lnTo>
                  <a:pt x="39831" y="32576"/>
                </a:lnTo>
                <a:cubicBezTo>
                  <a:pt x="53009" y="34352"/>
                  <a:pt x="61894" y="37018"/>
                  <a:pt x="66484" y="40868"/>
                </a:cubicBezTo>
                <a:cubicBezTo>
                  <a:pt x="71074" y="44717"/>
                  <a:pt x="73443" y="50788"/>
                  <a:pt x="73443" y="59080"/>
                </a:cubicBezTo>
                <a:cubicBezTo>
                  <a:pt x="73443" y="67668"/>
                  <a:pt x="70186" y="74184"/>
                  <a:pt x="63819" y="78478"/>
                </a:cubicBezTo>
                <a:cubicBezTo>
                  <a:pt x="57452" y="82772"/>
                  <a:pt x="47975" y="84845"/>
                  <a:pt x="35389" y="84845"/>
                </a:cubicBezTo>
                <a:cubicBezTo>
                  <a:pt x="30058" y="84845"/>
                  <a:pt x="24432" y="84401"/>
                  <a:pt x="18805" y="83660"/>
                </a:cubicBezTo>
                <a:cubicBezTo>
                  <a:pt x="13030" y="82920"/>
                  <a:pt x="7107" y="81735"/>
                  <a:pt x="1185" y="79958"/>
                </a:cubicBezTo>
                <a:lnTo>
                  <a:pt x="1185" y="60265"/>
                </a:lnTo>
                <a:cubicBezTo>
                  <a:pt x="6219" y="62930"/>
                  <a:pt x="11550" y="64855"/>
                  <a:pt x="17028" y="66040"/>
                </a:cubicBezTo>
                <a:cubicBezTo>
                  <a:pt x="22359" y="67224"/>
                  <a:pt x="27985" y="67817"/>
                  <a:pt x="33612" y="67817"/>
                </a:cubicBezTo>
                <a:cubicBezTo>
                  <a:pt x="38647" y="67817"/>
                  <a:pt x="42348" y="67224"/>
                  <a:pt x="45014" y="65744"/>
                </a:cubicBezTo>
                <a:cubicBezTo>
                  <a:pt x="47531" y="64411"/>
                  <a:pt x="48863" y="62338"/>
                  <a:pt x="48863" y="59525"/>
                </a:cubicBezTo>
                <a:cubicBezTo>
                  <a:pt x="48863" y="57155"/>
                  <a:pt x="47975" y="55527"/>
                  <a:pt x="46198" y="54342"/>
                </a:cubicBezTo>
                <a:cubicBezTo>
                  <a:pt x="44421" y="53158"/>
                  <a:pt x="40868" y="52269"/>
                  <a:pt x="35685" y="51677"/>
                </a:cubicBezTo>
                <a:lnTo>
                  <a:pt x="31095" y="51085"/>
                </a:lnTo>
                <a:cubicBezTo>
                  <a:pt x="19545" y="49752"/>
                  <a:pt x="11550" y="47087"/>
                  <a:pt x="6959" y="43089"/>
                </a:cubicBezTo>
                <a:cubicBezTo>
                  <a:pt x="2221" y="39239"/>
                  <a:pt x="0" y="33316"/>
                  <a:pt x="0" y="25320"/>
                </a:cubicBezTo>
                <a:cubicBezTo>
                  <a:pt x="0" y="16732"/>
                  <a:pt x="2813" y="10365"/>
                  <a:pt x="8736" y="6219"/>
                </a:cubicBezTo>
                <a:cubicBezTo>
                  <a:pt x="14659" y="2073"/>
                  <a:pt x="23691" y="0"/>
                  <a:pt x="35833" y="0"/>
                </a:cubicBezTo>
                <a:cubicBezTo>
                  <a:pt x="40571" y="0"/>
                  <a:pt x="45458" y="444"/>
                  <a:pt x="50788" y="1185"/>
                </a:cubicBezTo>
                <a:cubicBezTo>
                  <a:pt x="56119" y="1925"/>
                  <a:pt x="61746" y="2961"/>
                  <a:pt x="67965" y="44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C37B6-A166-4596-92B1-C751A140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1822123"/>
            <a:ext cx="21594" cy="10"/>
          </a:xfrm>
          <a:custGeom xmlns:a="http://schemas.openxmlformats.org/drawingml/2006/main">
            <a:pathLst>
              <a:path w="21594" h="1">
                <a:moveTo>
                  <a:pt x="2159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8F40D-95CD-44B3-BEBA-0E870A39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1822123"/>
            <a:ext cx="21594" cy="10"/>
          </a:xfrm>
          <a:custGeom xmlns:a="http://schemas.openxmlformats.org/drawingml/2006/main">
            <a:pathLst>
              <a:path w="21594" h="1" fill="none">
                <a:moveTo>
                  <a:pt x="215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3CB40-6F95-4903-AB0C-FA720BCA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00" y="1754426"/>
            <a:ext cx="75072" cy="107944"/>
          </a:xfrm>
          <a:custGeom xmlns:a="http://schemas.openxmlformats.org/drawingml/2006/main">
            <a:pathLst>
              <a:path w="75072" h="107944">
                <a:moveTo>
                  <a:pt x="0" y="0"/>
                </a:moveTo>
                <a:lnTo>
                  <a:pt x="75072" y="0"/>
                </a:lnTo>
                <a:lnTo>
                  <a:pt x="75072" y="21026"/>
                </a:lnTo>
                <a:lnTo>
                  <a:pt x="27837" y="21026"/>
                </a:lnTo>
                <a:lnTo>
                  <a:pt x="27837" y="41164"/>
                </a:lnTo>
                <a:lnTo>
                  <a:pt x="72259" y="41164"/>
                </a:lnTo>
                <a:lnTo>
                  <a:pt x="72259" y="62190"/>
                </a:lnTo>
                <a:lnTo>
                  <a:pt x="27837" y="62190"/>
                </a:lnTo>
                <a:lnTo>
                  <a:pt x="27837" y="107944"/>
                </a:ln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7F101-E6FD-469E-B0EF-81AFF6B0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33" y="1781375"/>
            <a:ext cx="81439" cy="82920"/>
          </a:xfrm>
          <a:custGeom xmlns:a="http://schemas.openxmlformats.org/drawingml/2006/main">
            <a:pathLst>
              <a:path w="81439" h="82920">
                <a:moveTo>
                  <a:pt x="0" y="49456"/>
                </a:moveTo>
                <a:lnTo>
                  <a:pt x="0" y="0"/>
                </a:lnTo>
                <a:lnTo>
                  <a:pt x="26061" y="0"/>
                </a:lnTo>
                <a:lnTo>
                  <a:pt x="26061" y="8144"/>
                </a:lnTo>
                <a:cubicBezTo>
                  <a:pt x="26061" y="12586"/>
                  <a:pt x="25912" y="18065"/>
                  <a:pt x="25912" y="24728"/>
                </a:cubicBezTo>
                <a:cubicBezTo>
                  <a:pt x="25912" y="31391"/>
                  <a:pt x="25912" y="35833"/>
                  <a:pt x="25912" y="37906"/>
                </a:cubicBezTo>
                <a:cubicBezTo>
                  <a:pt x="25912" y="44421"/>
                  <a:pt x="26061" y="49160"/>
                  <a:pt x="26357" y="51973"/>
                </a:cubicBezTo>
                <a:cubicBezTo>
                  <a:pt x="26653" y="54934"/>
                  <a:pt x="27245" y="57007"/>
                  <a:pt x="28134" y="58192"/>
                </a:cubicBezTo>
                <a:cubicBezTo>
                  <a:pt x="29170" y="59969"/>
                  <a:pt x="30503" y="61301"/>
                  <a:pt x="32279" y="62190"/>
                </a:cubicBezTo>
                <a:cubicBezTo>
                  <a:pt x="33908" y="63078"/>
                  <a:pt x="35833" y="63522"/>
                  <a:pt x="38202" y="63522"/>
                </a:cubicBezTo>
                <a:cubicBezTo>
                  <a:pt x="43533" y="63522"/>
                  <a:pt x="47827" y="61449"/>
                  <a:pt x="50936" y="57304"/>
                </a:cubicBezTo>
                <a:cubicBezTo>
                  <a:pt x="53898" y="53158"/>
                  <a:pt x="55527" y="47383"/>
                  <a:pt x="55527" y="39979"/>
                </a:cubicBezTo>
                <a:lnTo>
                  <a:pt x="55527" y="0"/>
                </a:lnTo>
                <a:lnTo>
                  <a:pt x="81439" y="0"/>
                </a:lnTo>
                <a:lnTo>
                  <a:pt x="81439" y="80995"/>
                </a:lnTo>
                <a:lnTo>
                  <a:pt x="55527" y="80995"/>
                </a:lnTo>
                <a:lnTo>
                  <a:pt x="55527" y="69297"/>
                </a:lnTo>
                <a:cubicBezTo>
                  <a:pt x="51677" y="74036"/>
                  <a:pt x="47531" y="77589"/>
                  <a:pt x="43089" y="79662"/>
                </a:cubicBezTo>
                <a:cubicBezTo>
                  <a:pt x="38647" y="81735"/>
                  <a:pt x="33908" y="82920"/>
                  <a:pt x="28726" y="82920"/>
                </a:cubicBezTo>
                <a:cubicBezTo>
                  <a:pt x="19249" y="82920"/>
                  <a:pt x="12142" y="80106"/>
                  <a:pt x="7255" y="74480"/>
                </a:cubicBezTo>
                <a:cubicBezTo>
                  <a:pt x="2369" y="68853"/>
                  <a:pt x="0" y="60413"/>
                  <a:pt x="0" y="494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CD1C2-E518-4B2C-83A8-B5C319FB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49" y="1779450"/>
            <a:ext cx="81439" cy="82920"/>
          </a:xfrm>
          <a:custGeom xmlns:a="http://schemas.openxmlformats.org/drawingml/2006/main">
            <a:pathLst>
              <a:path w="81439" h="82920">
                <a:moveTo>
                  <a:pt x="81439" y="33612"/>
                </a:moveTo>
                <a:lnTo>
                  <a:pt x="81439" y="82920"/>
                </a:lnTo>
                <a:lnTo>
                  <a:pt x="55379" y="82920"/>
                </a:lnTo>
                <a:lnTo>
                  <a:pt x="55379" y="74924"/>
                </a:lnTo>
                <a:lnTo>
                  <a:pt x="55379" y="45162"/>
                </a:lnTo>
                <a:cubicBezTo>
                  <a:pt x="55379" y="38202"/>
                  <a:pt x="55231" y="33464"/>
                  <a:pt x="54934" y="30799"/>
                </a:cubicBezTo>
                <a:cubicBezTo>
                  <a:pt x="54638" y="28134"/>
                  <a:pt x="54046" y="26209"/>
                  <a:pt x="53306" y="24876"/>
                </a:cubicBezTo>
                <a:cubicBezTo>
                  <a:pt x="52269" y="23247"/>
                  <a:pt x="50936" y="21915"/>
                  <a:pt x="49160" y="21026"/>
                </a:cubicBezTo>
                <a:cubicBezTo>
                  <a:pt x="47383" y="20138"/>
                  <a:pt x="45310" y="19545"/>
                  <a:pt x="43237" y="19545"/>
                </a:cubicBezTo>
                <a:cubicBezTo>
                  <a:pt x="37758" y="19545"/>
                  <a:pt x="33464" y="21618"/>
                  <a:pt x="30503" y="25764"/>
                </a:cubicBezTo>
                <a:cubicBezTo>
                  <a:pt x="27393" y="29910"/>
                  <a:pt x="25912" y="35685"/>
                  <a:pt x="25912" y="43089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3771"/>
                </a:lnTo>
                <a:cubicBezTo>
                  <a:pt x="29762" y="9032"/>
                  <a:pt x="33760" y="5627"/>
                  <a:pt x="38202" y="3406"/>
                </a:cubicBezTo>
                <a:cubicBezTo>
                  <a:pt x="42644" y="1185"/>
                  <a:pt x="47531" y="0"/>
                  <a:pt x="52861" y="0"/>
                </a:cubicBezTo>
                <a:cubicBezTo>
                  <a:pt x="62190" y="0"/>
                  <a:pt x="69297" y="2961"/>
                  <a:pt x="74184" y="8588"/>
                </a:cubicBezTo>
                <a:cubicBezTo>
                  <a:pt x="78922" y="14363"/>
                  <a:pt x="81439" y="22655"/>
                  <a:pt x="81439" y="3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5A314-BBE6-494D-BB8D-49A821DF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04" y="1779450"/>
            <a:ext cx="71518" cy="84845"/>
          </a:xfrm>
          <a:custGeom xmlns:a="http://schemas.openxmlformats.org/drawingml/2006/main">
            <a:pathLst>
              <a:path w="71518" h="84845">
                <a:moveTo>
                  <a:pt x="71518" y="4442"/>
                </a:moveTo>
                <a:lnTo>
                  <a:pt x="71518" y="25616"/>
                </a:lnTo>
                <a:cubicBezTo>
                  <a:pt x="67965" y="23247"/>
                  <a:pt x="64411" y="21470"/>
                  <a:pt x="60857" y="20286"/>
                </a:cubicBezTo>
                <a:cubicBezTo>
                  <a:pt x="57304" y="19101"/>
                  <a:pt x="53602" y="18509"/>
                  <a:pt x="49900" y="18509"/>
                </a:cubicBezTo>
                <a:cubicBezTo>
                  <a:pt x="42644" y="18509"/>
                  <a:pt x="37018" y="20730"/>
                  <a:pt x="33020" y="24876"/>
                </a:cubicBezTo>
                <a:cubicBezTo>
                  <a:pt x="28874" y="29022"/>
                  <a:pt x="26949" y="34945"/>
                  <a:pt x="26949" y="42496"/>
                </a:cubicBezTo>
                <a:cubicBezTo>
                  <a:pt x="26949" y="50196"/>
                  <a:pt x="28874" y="56119"/>
                  <a:pt x="33020" y="60265"/>
                </a:cubicBezTo>
                <a:cubicBezTo>
                  <a:pt x="37018" y="64411"/>
                  <a:pt x="42644" y="66484"/>
                  <a:pt x="49900" y="66484"/>
                </a:cubicBezTo>
                <a:cubicBezTo>
                  <a:pt x="53898" y="66484"/>
                  <a:pt x="57748" y="65892"/>
                  <a:pt x="61449" y="64707"/>
                </a:cubicBezTo>
                <a:cubicBezTo>
                  <a:pt x="65003" y="63522"/>
                  <a:pt x="68409" y="61746"/>
                  <a:pt x="71518" y="59377"/>
                </a:cubicBezTo>
                <a:lnTo>
                  <a:pt x="71518" y="80551"/>
                </a:lnTo>
                <a:cubicBezTo>
                  <a:pt x="67372" y="82031"/>
                  <a:pt x="63226" y="83068"/>
                  <a:pt x="59080" y="83808"/>
                </a:cubicBezTo>
                <a:cubicBezTo>
                  <a:pt x="54934" y="84401"/>
                  <a:pt x="50788" y="84845"/>
                  <a:pt x="46642" y="84845"/>
                </a:cubicBezTo>
                <a:cubicBezTo>
                  <a:pt x="31983" y="84845"/>
                  <a:pt x="20582" y="81143"/>
                  <a:pt x="12290" y="73739"/>
                </a:cubicBezTo>
                <a:cubicBezTo>
                  <a:pt x="3998" y="66336"/>
                  <a:pt x="0" y="55823"/>
                  <a:pt x="0" y="42496"/>
                </a:cubicBezTo>
                <a:cubicBezTo>
                  <a:pt x="0" y="29170"/>
                  <a:pt x="3998" y="18805"/>
                  <a:pt x="12290" y="11253"/>
                </a:cubicBezTo>
                <a:cubicBezTo>
                  <a:pt x="20582" y="3850"/>
                  <a:pt x="31983" y="0"/>
                  <a:pt x="46642" y="0"/>
                </a:cubicBezTo>
                <a:cubicBezTo>
                  <a:pt x="50788" y="0"/>
                  <a:pt x="54934" y="444"/>
                  <a:pt x="59080" y="1185"/>
                </a:cubicBezTo>
                <a:cubicBezTo>
                  <a:pt x="63226" y="1925"/>
                  <a:pt x="67372" y="2961"/>
                  <a:pt x="71518" y="44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8F052-B4E8-4D72-9C4A-E3C8191B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95" y="1754426"/>
            <a:ext cx="27837" cy="107944"/>
          </a:xfrm>
          <a:custGeom xmlns:a="http://schemas.openxmlformats.org/drawingml/2006/main">
            <a:pathLst>
              <a:path w="27837" h="107944">
                <a:moveTo>
                  <a:pt x="0" y="0"/>
                </a:moveTo>
                <a:lnTo>
                  <a:pt x="27837" y="0"/>
                </a:lnTo>
                <a:lnTo>
                  <a:pt x="27837" y="107944"/>
                </a:ln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04983-EBE5-419A-AD16-1982DA47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18" y="1749836"/>
            <a:ext cx="86918" cy="114459"/>
          </a:xfrm>
          <a:custGeom xmlns:a="http://schemas.openxmlformats.org/drawingml/2006/main">
            <a:pathLst>
              <a:path w="86918" h="114459">
                <a:moveTo>
                  <a:pt x="60857" y="43385"/>
                </a:moveTo>
                <a:lnTo>
                  <a:pt x="60857" y="0"/>
                </a:lnTo>
                <a:lnTo>
                  <a:pt x="86918" y="0"/>
                </a:lnTo>
                <a:lnTo>
                  <a:pt x="86918" y="112534"/>
                </a:lnTo>
                <a:lnTo>
                  <a:pt x="60857" y="112534"/>
                </a:lnTo>
                <a:lnTo>
                  <a:pt x="60857" y="100836"/>
                </a:lnTo>
                <a:cubicBezTo>
                  <a:pt x="57304" y="105575"/>
                  <a:pt x="53306" y="109128"/>
                  <a:pt x="49012" y="111201"/>
                </a:cubicBezTo>
                <a:cubicBezTo>
                  <a:pt x="44717" y="113274"/>
                  <a:pt x="39831" y="114459"/>
                  <a:pt x="34204" y="114459"/>
                </a:cubicBezTo>
                <a:cubicBezTo>
                  <a:pt x="24136" y="114459"/>
                  <a:pt x="15992" y="110609"/>
                  <a:pt x="9625" y="102761"/>
                </a:cubicBezTo>
                <a:cubicBezTo>
                  <a:pt x="3109" y="94914"/>
                  <a:pt x="0" y="84697"/>
                  <a:pt x="0" y="72259"/>
                </a:cubicBezTo>
                <a:cubicBezTo>
                  <a:pt x="0" y="59821"/>
                  <a:pt x="3109" y="49604"/>
                  <a:pt x="9625" y="41608"/>
                </a:cubicBezTo>
                <a:cubicBezTo>
                  <a:pt x="15992" y="33612"/>
                  <a:pt x="24136" y="29614"/>
                  <a:pt x="34204" y="29614"/>
                </a:cubicBezTo>
                <a:cubicBezTo>
                  <a:pt x="39831" y="29614"/>
                  <a:pt x="44717" y="30799"/>
                  <a:pt x="49012" y="33020"/>
                </a:cubicBezTo>
                <a:cubicBezTo>
                  <a:pt x="53306" y="35241"/>
                  <a:pt x="57304" y="38647"/>
                  <a:pt x="60857" y="43385"/>
                </a:cubicBezTo>
                <a:close/>
                <a:moveTo>
                  <a:pt x="43829" y="95802"/>
                </a:moveTo>
                <a:cubicBezTo>
                  <a:pt x="49308" y="95802"/>
                  <a:pt x="53454" y="93877"/>
                  <a:pt x="56415" y="89731"/>
                </a:cubicBezTo>
                <a:cubicBezTo>
                  <a:pt x="59377" y="85733"/>
                  <a:pt x="60857" y="79810"/>
                  <a:pt x="60857" y="72111"/>
                </a:cubicBezTo>
                <a:cubicBezTo>
                  <a:pt x="60857" y="64411"/>
                  <a:pt x="59377" y="58636"/>
                  <a:pt x="56415" y="54490"/>
                </a:cubicBezTo>
                <a:cubicBezTo>
                  <a:pt x="53454" y="50492"/>
                  <a:pt x="49308" y="48419"/>
                  <a:pt x="43829" y="48419"/>
                </a:cubicBezTo>
                <a:cubicBezTo>
                  <a:pt x="38202" y="48419"/>
                  <a:pt x="34056" y="50492"/>
                  <a:pt x="31095" y="54490"/>
                </a:cubicBezTo>
                <a:cubicBezTo>
                  <a:pt x="28134" y="58636"/>
                  <a:pt x="26801" y="64411"/>
                  <a:pt x="26801" y="72111"/>
                </a:cubicBezTo>
                <a:cubicBezTo>
                  <a:pt x="26801" y="79810"/>
                  <a:pt x="28134" y="85733"/>
                  <a:pt x="31095" y="89731"/>
                </a:cubicBezTo>
                <a:cubicBezTo>
                  <a:pt x="34056" y="93877"/>
                  <a:pt x="38202" y="95802"/>
                  <a:pt x="43829" y="958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5F5DE-28AE-42FB-A1BF-129D30B8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640" y="1779450"/>
            <a:ext cx="86918" cy="84845"/>
          </a:xfrm>
          <a:custGeom xmlns:a="http://schemas.openxmlformats.org/drawingml/2006/main">
            <a:pathLst>
              <a:path w="86918" h="84845">
                <a:moveTo>
                  <a:pt x="86918" y="42200"/>
                </a:moveTo>
                <a:lnTo>
                  <a:pt x="86918" y="49604"/>
                </a:lnTo>
                <a:lnTo>
                  <a:pt x="26357" y="49604"/>
                </a:lnTo>
                <a:cubicBezTo>
                  <a:pt x="26949" y="55675"/>
                  <a:pt x="29170" y="60265"/>
                  <a:pt x="33020" y="63226"/>
                </a:cubicBezTo>
                <a:cubicBezTo>
                  <a:pt x="36722" y="66336"/>
                  <a:pt x="41904" y="67817"/>
                  <a:pt x="48715" y="67817"/>
                </a:cubicBezTo>
                <a:cubicBezTo>
                  <a:pt x="54046" y="67817"/>
                  <a:pt x="59673" y="67076"/>
                  <a:pt x="65447" y="65447"/>
                </a:cubicBezTo>
                <a:cubicBezTo>
                  <a:pt x="71074" y="63819"/>
                  <a:pt x="76997" y="61301"/>
                  <a:pt x="83068" y="58044"/>
                </a:cubicBezTo>
                <a:lnTo>
                  <a:pt x="83068" y="78033"/>
                </a:lnTo>
                <a:cubicBezTo>
                  <a:pt x="76849" y="80403"/>
                  <a:pt x="70778" y="82031"/>
                  <a:pt x="64707" y="83068"/>
                </a:cubicBezTo>
                <a:cubicBezTo>
                  <a:pt x="58488" y="84252"/>
                  <a:pt x="52417" y="84845"/>
                  <a:pt x="46346" y="84845"/>
                </a:cubicBezTo>
                <a:cubicBezTo>
                  <a:pt x="31687" y="84845"/>
                  <a:pt x="20286" y="81143"/>
                  <a:pt x="12142" y="73739"/>
                </a:cubicBezTo>
                <a:cubicBezTo>
                  <a:pt x="3998" y="66336"/>
                  <a:pt x="0" y="55971"/>
                  <a:pt x="0" y="42496"/>
                </a:cubicBezTo>
                <a:cubicBezTo>
                  <a:pt x="0" y="29318"/>
                  <a:pt x="3998" y="18953"/>
                  <a:pt x="11994" y="11401"/>
                </a:cubicBezTo>
                <a:cubicBezTo>
                  <a:pt x="19990" y="3850"/>
                  <a:pt x="30947" y="0"/>
                  <a:pt x="44866" y="0"/>
                </a:cubicBezTo>
                <a:cubicBezTo>
                  <a:pt x="57600" y="0"/>
                  <a:pt x="67668" y="3850"/>
                  <a:pt x="75368" y="11550"/>
                </a:cubicBezTo>
                <a:cubicBezTo>
                  <a:pt x="83068" y="19249"/>
                  <a:pt x="86918" y="29466"/>
                  <a:pt x="86918" y="42200"/>
                </a:cubicBezTo>
                <a:close/>
                <a:moveTo>
                  <a:pt x="60265" y="33612"/>
                </a:moveTo>
                <a:cubicBezTo>
                  <a:pt x="60265" y="28726"/>
                  <a:pt x="58784" y="24728"/>
                  <a:pt x="55971" y="21766"/>
                </a:cubicBezTo>
                <a:cubicBezTo>
                  <a:pt x="53009" y="18805"/>
                  <a:pt x="49308" y="17176"/>
                  <a:pt x="44717" y="17176"/>
                </a:cubicBezTo>
                <a:cubicBezTo>
                  <a:pt x="39683" y="17176"/>
                  <a:pt x="35537" y="18657"/>
                  <a:pt x="32428" y="21470"/>
                </a:cubicBezTo>
                <a:cubicBezTo>
                  <a:pt x="29318" y="24284"/>
                  <a:pt x="27393" y="28282"/>
                  <a:pt x="26653" y="33612"/>
                </a:cubicBezTo>
                <a:lnTo>
                  <a:pt x="60265" y="336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3E7A2-AF8D-455C-A738-6683246F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04" y="1779450"/>
            <a:ext cx="81439" cy="82920"/>
          </a:xfrm>
          <a:custGeom xmlns:a="http://schemas.openxmlformats.org/drawingml/2006/main">
            <a:pathLst>
              <a:path w="81439" h="82920">
                <a:moveTo>
                  <a:pt x="81439" y="33612"/>
                </a:moveTo>
                <a:lnTo>
                  <a:pt x="81439" y="82920"/>
                </a:lnTo>
                <a:lnTo>
                  <a:pt x="55379" y="82920"/>
                </a:lnTo>
                <a:lnTo>
                  <a:pt x="55379" y="74924"/>
                </a:lnTo>
                <a:lnTo>
                  <a:pt x="55379" y="45162"/>
                </a:lnTo>
                <a:cubicBezTo>
                  <a:pt x="55379" y="38202"/>
                  <a:pt x="55231" y="33464"/>
                  <a:pt x="54934" y="30799"/>
                </a:cubicBezTo>
                <a:cubicBezTo>
                  <a:pt x="54638" y="28134"/>
                  <a:pt x="54046" y="26209"/>
                  <a:pt x="53306" y="24876"/>
                </a:cubicBezTo>
                <a:cubicBezTo>
                  <a:pt x="52269" y="23247"/>
                  <a:pt x="50936" y="21915"/>
                  <a:pt x="49160" y="21026"/>
                </a:cubicBezTo>
                <a:cubicBezTo>
                  <a:pt x="47383" y="20138"/>
                  <a:pt x="45310" y="19545"/>
                  <a:pt x="43237" y="19545"/>
                </a:cubicBezTo>
                <a:cubicBezTo>
                  <a:pt x="37758" y="19545"/>
                  <a:pt x="33464" y="21618"/>
                  <a:pt x="30503" y="25764"/>
                </a:cubicBezTo>
                <a:cubicBezTo>
                  <a:pt x="27393" y="29910"/>
                  <a:pt x="25912" y="35685"/>
                  <a:pt x="25912" y="43089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3771"/>
                </a:lnTo>
                <a:cubicBezTo>
                  <a:pt x="29762" y="9032"/>
                  <a:pt x="33760" y="5627"/>
                  <a:pt x="38202" y="3406"/>
                </a:cubicBezTo>
                <a:cubicBezTo>
                  <a:pt x="42644" y="1185"/>
                  <a:pt x="47531" y="0"/>
                  <a:pt x="52861" y="0"/>
                </a:cubicBezTo>
                <a:cubicBezTo>
                  <a:pt x="62190" y="0"/>
                  <a:pt x="69297" y="2961"/>
                  <a:pt x="74184" y="8588"/>
                </a:cubicBezTo>
                <a:cubicBezTo>
                  <a:pt x="78922" y="14363"/>
                  <a:pt x="81439" y="22655"/>
                  <a:pt x="81439" y="3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8C061-B0DF-4E7C-BF53-8B537B45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017" y="1758424"/>
            <a:ext cx="65447" cy="103946"/>
          </a:xfrm>
          <a:custGeom xmlns:a="http://schemas.openxmlformats.org/drawingml/2006/main">
            <a:pathLst>
              <a:path w="65447" h="103946">
                <a:moveTo>
                  <a:pt x="38795" y="0"/>
                </a:moveTo>
                <a:lnTo>
                  <a:pt x="38795" y="22951"/>
                </a:lnTo>
                <a:lnTo>
                  <a:pt x="65447" y="22951"/>
                </a:lnTo>
                <a:lnTo>
                  <a:pt x="65447" y="41460"/>
                </a:lnTo>
                <a:lnTo>
                  <a:pt x="38795" y="41460"/>
                </a:lnTo>
                <a:lnTo>
                  <a:pt x="38795" y="75812"/>
                </a:lnTo>
                <a:cubicBezTo>
                  <a:pt x="38795" y="79662"/>
                  <a:pt x="39535" y="82179"/>
                  <a:pt x="41016" y="83512"/>
                </a:cubicBezTo>
                <a:cubicBezTo>
                  <a:pt x="42496" y="84845"/>
                  <a:pt x="45458" y="85437"/>
                  <a:pt x="49900" y="85437"/>
                </a:cubicBezTo>
                <a:lnTo>
                  <a:pt x="63226" y="85437"/>
                </a:lnTo>
                <a:lnTo>
                  <a:pt x="63226" y="103946"/>
                </a:lnTo>
                <a:lnTo>
                  <a:pt x="41016" y="103946"/>
                </a:lnTo>
                <a:cubicBezTo>
                  <a:pt x="30799" y="103946"/>
                  <a:pt x="23543" y="101873"/>
                  <a:pt x="19249" y="97579"/>
                </a:cubicBezTo>
                <a:cubicBezTo>
                  <a:pt x="14955" y="93433"/>
                  <a:pt x="12882" y="86177"/>
                  <a:pt x="12882" y="75812"/>
                </a:cubicBezTo>
                <a:lnTo>
                  <a:pt x="12882" y="41460"/>
                </a:lnTo>
                <a:lnTo>
                  <a:pt x="0" y="41460"/>
                </a:lnTo>
                <a:lnTo>
                  <a:pt x="0" y="22951"/>
                </a:lnTo>
                <a:lnTo>
                  <a:pt x="12882" y="22951"/>
                </a:lnTo>
                <a:lnTo>
                  <a:pt x="12882" y="0"/>
                </a:lnTo>
                <a:lnTo>
                  <a:pt x="387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801BB-DB29-4466-BC4D-2F23156D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08" y="1749836"/>
            <a:ext cx="25912" cy="112534"/>
          </a:xfrm>
          <a:custGeom xmlns:a="http://schemas.openxmlformats.org/drawingml/2006/main">
            <a:pathLst>
              <a:path w="25912" h="112534">
                <a:moveTo>
                  <a:pt x="0" y="31539"/>
                </a:moveTo>
                <a:lnTo>
                  <a:pt x="25912" y="31539"/>
                </a:lnTo>
                <a:lnTo>
                  <a:pt x="25912" y="112534"/>
                </a:lnTo>
                <a:lnTo>
                  <a:pt x="0" y="112534"/>
                </a:lnTo>
                <a:lnTo>
                  <a:pt x="0" y="31539"/>
                </a:lnTo>
                <a:close/>
                <a:moveTo>
                  <a:pt x="0" y="0"/>
                </a:moveTo>
                <a:lnTo>
                  <a:pt x="25912" y="0"/>
                </a:lnTo>
                <a:lnTo>
                  <a:pt x="25912" y="21174"/>
                </a:lnTo>
                <a:lnTo>
                  <a:pt x="0" y="211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B1371D-F9CA-4C2D-A0D8-C5C88891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472" y="1749836"/>
            <a:ext cx="62930" cy="112534"/>
          </a:xfrm>
          <a:custGeom xmlns:a="http://schemas.openxmlformats.org/drawingml/2006/main">
            <a:pathLst>
              <a:path w="62930" h="112534">
                <a:moveTo>
                  <a:pt x="62930" y="0"/>
                </a:moveTo>
                <a:lnTo>
                  <a:pt x="62930" y="17028"/>
                </a:lnTo>
                <a:lnTo>
                  <a:pt x="48567" y="17028"/>
                </a:lnTo>
                <a:cubicBezTo>
                  <a:pt x="44866" y="17028"/>
                  <a:pt x="42348" y="17769"/>
                  <a:pt x="40868" y="19101"/>
                </a:cubicBezTo>
                <a:cubicBezTo>
                  <a:pt x="39387" y="20434"/>
                  <a:pt x="38795" y="22655"/>
                  <a:pt x="38795" y="25912"/>
                </a:cubicBezTo>
                <a:lnTo>
                  <a:pt x="38795" y="31539"/>
                </a:lnTo>
                <a:lnTo>
                  <a:pt x="60857" y="31539"/>
                </a:lnTo>
                <a:lnTo>
                  <a:pt x="60857" y="50048"/>
                </a:lnTo>
                <a:lnTo>
                  <a:pt x="38795" y="50048"/>
                </a:lnTo>
                <a:lnTo>
                  <a:pt x="38795" y="112534"/>
                </a:lnTo>
                <a:lnTo>
                  <a:pt x="12882" y="112534"/>
                </a:lnTo>
                <a:lnTo>
                  <a:pt x="12882" y="50048"/>
                </a:lnTo>
                <a:lnTo>
                  <a:pt x="0" y="50048"/>
                </a:lnTo>
                <a:lnTo>
                  <a:pt x="0" y="31539"/>
                </a:lnTo>
                <a:lnTo>
                  <a:pt x="12882" y="31539"/>
                </a:lnTo>
                <a:lnTo>
                  <a:pt x="12882" y="25912"/>
                </a:lnTo>
                <a:cubicBezTo>
                  <a:pt x="12882" y="17176"/>
                  <a:pt x="15251" y="10661"/>
                  <a:pt x="20286" y="6367"/>
                </a:cubicBezTo>
                <a:cubicBezTo>
                  <a:pt x="25172" y="2221"/>
                  <a:pt x="32724" y="0"/>
                  <a:pt x="43089" y="0"/>
                </a:cubicBezTo>
                <a:lnTo>
                  <a:pt x="629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E11FE-400E-4895-B9E8-5C9415B9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6" y="1781375"/>
            <a:ext cx="92100" cy="112830"/>
          </a:xfrm>
          <a:custGeom xmlns:a="http://schemas.openxmlformats.org/drawingml/2006/main">
            <a:pathLst>
              <a:path w="92100" h="112830">
                <a:moveTo>
                  <a:pt x="0" y="0"/>
                </a:moveTo>
                <a:lnTo>
                  <a:pt x="25912" y="0"/>
                </a:lnTo>
                <a:lnTo>
                  <a:pt x="47679" y="54934"/>
                </a:lnTo>
                <a:lnTo>
                  <a:pt x="66188" y="0"/>
                </a:lnTo>
                <a:lnTo>
                  <a:pt x="92100" y="0"/>
                </a:lnTo>
                <a:lnTo>
                  <a:pt x="58044" y="88547"/>
                </a:lnTo>
                <a:cubicBezTo>
                  <a:pt x="54490" y="97431"/>
                  <a:pt x="50492" y="103798"/>
                  <a:pt x="46050" y="107352"/>
                </a:cubicBezTo>
                <a:cubicBezTo>
                  <a:pt x="41460" y="110905"/>
                  <a:pt x="35389" y="112830"/>
                  <a:pt x="27985" y="112830"/>
                </a:cubicBezTo>
                <a:lnTo>
                  <a:pt x="13030" y="112830"/>
                </a:lnTo>
                <a:lnTo>
                  <a:pt x="13030" y="95802"/>
                </a:lnTo>
                <a:lnTo>
                  <a:pt x="21174" y="95802"/>
                </a:lnTo>
                <a:cubicBezTo>
                  <a:pt x="25468" y="95802"/>
                  <a:pt x="28578" y="95062"/>
                  <a:pt x="30651" y="93729"/>
                </a:cubicBezTo>
                <a:cubicBezTo>
                  <a:pt x="32724" y="92248"/>
                  <a:pt x="34204" y="89731"/>
                  <a:pt x="35389" y="86177"/>
                </a:cubicBezTo>
                <a:lnTo>
                  <a:pt x="36129" y="839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F743E-3C7E-40A6-BCEB-90C5188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2213722"/>
            <a:ext cx="21594" cy="10"/>
          </a:xfrm>
          <a:custGeom xmlns:a="http://schemas.openxmlformats.org/drawingml/2006/main">
            <a:pathLst>
              <a:path w="21594" h="1">
                <a:moveTo>
                  <a:pt x="2159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5E886-ACF6-4D46-984B-993D016E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2213722"/>
            <a:ext cx="21594" cy="10"/>
          </a:xfrm>
          <a:custGeom xmlns:a="http://schemas.openxmlformats.org/drawingml/2006/main">
            <a:pathLst>
              <a:path w="21594" h="1" fill="none">
                <a:moveTo>
                  <a:pt x="215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26B86-4C44-4288-8A42-56F3C443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88" y="2146603"/>
            <a:ext cx="75072" cy="107944"/>
          </a:xfrm>
          <a:custGeom xmlns:a="http://schemas.openxmlformats.org/drawingml/2006/main">
            <a:pathLst>
              <a:path w="75072" h="107944">
                <a:moveTo>
                  <a:pt x="0" y="0"/>
                </a:moveTo>
                <a:lnTo>
                  <a:pt x="75072" y="0"/>
                </a:lnTo>
                <a:lnTo>
                  <a:pt x="75072" y="21026"/>
                </a:lnTo>
                <a:lnTo>
                  <a:pt x="27837" y="21026"/>
                </a:lnTo>
                <a:lnTo>
                  <a:pt x="27837" y="41164"/>
                </a:lnTo>
                <a:lnTo>
                  <a:pt x="72259" y="41164"/>
                </a:lnTo>
                <a:lnTo>
                  <a:pt x="72259" y="62190"/>
                </a:lnTo>
                <a:lnTo>
                  <a:pt x="27837" y="62190"/>
                </a:lnTo>
                <a:lnTo>
                  <a:pt x="27837" y="107944"/>
                </a:ln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33A5E-27D9-42DD-ABF4-FE04E25B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21" y="2173552"/>
            <a:ext cx="81439" cy="82920"/>
          </a:xfrm>
          <a:custGeom xmlns:a="http://schemas.openxmlformats.org/drawingml/2006/main">
            <a:pathLst>
              <a:path w="81439" h="82920">
                <a:moveTo>
                  <a:pt x="0" y="49456"/>
                </a:moveTo>
                <a:lnTo>
                  <a:pt x="0" y="0"/>
                </a:lnTo>
                <a:lnTo>
                  <a:pt x="26061" y="0"/>
                </a:lnTo>
                <a:lnTo>
                  <a:pt x="26061" y="8144"/>
                </a:lnTo>
                <a:cubicBezTo>
                  <a:pt x="26061" y="12586"/>
                  <a:pt x="25912" y="18065"/>
                  <a:pt x="25912" y="24728"/>
                </a:cubicBezTo>
                <a:cubicBezTo>
                  <a:pt x="25912" y="31391"/>
                  <a:pt x="25912" y="35833"/>
                  <a:pt x="25912" y="37906"/>
                </a:cubicBezTo>
                <a:cubicBezTo>
                  <a:pt x="25912" y="44421"/>
                  <a:pt x="26061" y="49160"/>
                  <a:pt x="26357" y="51973"/>
                </a:cubicBezTo>
                <a:cubicBezTo>
                  <a:pt x="26653" y="54934"/>
                  <a:pt x="27245" y="57007"/>
                  <a:pt x="28134" y="58192"/>
                </a:cubicBezTo>
                <a:cubicBezTo>
                  <a:pt x="29170" y="59969"/>
                  <a:pt x="30503" y="61301"/>
                  <a:pt x="32279" y="62190"/>
                </a:cubicBezTo>
                <a:cubicBezTo>
                  <a:pt x="33908" y="63078"/>
                  <a:pt x="35833" y="63522"/>
                  <a:pt x="38202" y="63522"/>
                </a:cubicBezTo>
                <a:cubicBezTo>
                  <a:pt x="43533" y="63522"/>
                  <a:pt x="47827" y="61449"/>
                  <a:pt x="50936" y="57304"/>
                </a:cubicBezTo>
                <a:cubicBezTo>
                  <a:pt x="53898" y="53158"/>
                  <a:pt x="55527" y="47383"/>
                  <a:pt x="55527" y="39979"/>
                </a:cubicBezTo>
                <a:lnTo>
                  <a:pt x="55527" y="0"/>
                </a:lnTo>
                <a:lnTo>
                  <a:pt x="81439" y="0"/>
                </a:lnTo>
                <a:lnTo>
                  <a:pt x="81439" y="80995"/>
                </a:lnTo>
                <a:lnTo>
                  <a:pt x="55527" y="80995"/>
                </a:lnTo>
                <a:lnTo>
                  <a:pt x="55527" y="69297"/>
                </a:lnTo>
                <a:cubicBezTo>
                  <a:pt x="51677" y="74036"/>
                  <a:pt x="47531" y="77589"/>
                  <a:pt x="43089" y="79662"/>
                </a:cubicBezTo>
                <a:cubicBezTo>
                  <a:pt x="38647" y="81735"/>
                  <a:pt x="33908" y="82920"/>
                  <a:pt x="28726" y="82920"/>
                </a:cubicBezTo>
                <a:cubicBezTo>
                  <a:pt x="19249" y="82920"/>
                  <a:pt x="12142" y="80106"/>
                  <a:pt x="7255" y="74480"/>
                </a:cubicBezTo>
                <a:cubicBezTo>
                  <a:pt x="2369" y="68853"/>
                  <a:pt x="0" y="60413"/>
                  <a:pt x="0" y="494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BE46A-D225-4C55-A7FE-287EE3E6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36" y="2171627"/>
            <a:ext cx="81439" cy="82920"/>
          </a:xfrm>
          <a:custGeom xmlns:a="http://schemas.openxmlformats.org/drawingml/2006/main">
            <a:pathLst>
              <a:path w="81439" h="82920">
                <a:moveTo>
                  <a:pt x="81439" y="33612"/>
                </a:moveTo>
                <a:lnTo>
                  <a:pt x="81439" y="82920"/>
                </a:lnTo>
                <a:lnTo>
                  <a:pt x="55379" y="82920"/>
                </a:lnTo>
                <a:lnTo>
                  <a:pt x="55379" y="74924"/>
                </a:lnTo>
                <a:lnTo>
                  <a:pt x="55379" y="45162"/>
                </a:lnTo>
                <a:cubicBezTo>
                  <a:pt x="55379" y="38202"/>
                  <a:pt x="55231" y="33464"/>
                  <a:pt x="54934" y="30799"/>
                </a:cubicBezTo>
                <a:cubicBezTo>
                  <a:pt x="54638" y="28134"/>
                  <a:pt x="54046" y="26209"/>
                  <a:pt x="53306" y="24876"/>
                </a:cubicBezTo>
                <a:cubicBezTo>
                  <a:pt x="52269" y="23247"/>
                  <a:pt x="50936" y="21915"/>
                  <a:pt x="49160" y="21026"/>
                </a:cubicBezTo>
                <a:cubicBezTo>
                  <a:pt x="47383" y="20138"/>
                  <a:pt x="45310" y="19545"/>
                  <a:pt x="43237" y="19545"/>
                </a:cubicBezTo>
                <a:cubicBezTo>
                  <a:pt x="37758" y="19545"/>
                  <a:pt x="33464" y="21618"/>
                  <a:pt x="30503" y="25764"/>
                </a:cubicBezTo>
                <a:cubicBezTo>
                  <a:pt x="27393" y="29910"/>
                  <a:pt x="25912" y="35685"/>
                  <a:pt x="25912" y="43089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3771"/>
                </a:lnTo>
                <a:cubicBezTo>
                  <a:pt x="29762" y="9032"/>
                  <a:pt x="33760" y="5627"/>
                  <a:pt x="38202" y="3406"/>
                </a:cubicBezTo>
                <a:cubicBezTo>
                  <a:pt x="42644" y="1185"/>
                  <a:pt x="47531" y="0"/>
                  <a:pt x="52861" y="0"/>
                </a:cubicBezTo>
                <a:cubicBezTo>
                  <a:pt x="62190" y="0"/>
                  <a:pt x="69297" y="2961"/>
                  <a:pt x="74184" y="8588"/>
                </a:cubicBezTo>
                <a:cubicBezTo>
                  <a:pt x="78922" y="14363"/>
                  <a:pt x="81439" y="22655"/>
                  <a:pt x="81439" y="3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517F1-F968-45F8-83B4-6B1F1E00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92" y="2171627"/>
            <a:ext cx="71518" cy="84845"/>
          </a:xfrm>
          <a:custGeom xmlns:a="http://schemas.openxmlformats.org/drawingml/2006/main">
            <a:pathLst>
              <a:path w="71518" h="84845">
                <a:moveTo>
                  <a:pt x="71518" y="4442"/>
                </a:moveTo>
                <a:lnTo>
                  <a:pt x="71518" y="25616"/>
                </a:lnTo>
                <a:cubicBezTo>
                  <a:pt x="67965" y="23247"/>
                  <a:pt x="64411" y="21470"/>
                  <a:pt x="60857" y="20286"/>
                </a:cubicBezTo>
                <a:cubicBezTo>
                  <a:pt x="57304" y="19101"/>
                  <a:pt x="53602" y="18509"/>
                  <a:pt x="49900" y="18509"/>
                </a:cubicBezTo>
                <a:cubicBezTo>
                  <a:pt x="42644" y="18509"/>
                  <a:pt x="37018" y="20730"/>
                  <a:pt x="33020" y="24876"/>
                </a:cubicBezTo>
                <a:cubicBezTo>
                  <a:pt x="28874" y="29022"/>
                  <a:pt x="26949" y="34945"/>
                  <a:pt x="26949" y="42496"/>
                </a:cubicBezTo>
                <a:cubicBezTo>
                  <a:pt x="26949" y="50196"/>
                  <a:pt x="28874" y="56119"/>
                  <a:pt x="33020" y="60265"/>
                </a:cubicBezTo>
                <a:cubicBezTo>
                  <a:pt x="37018" y="64411"/>
                  <a:pt x="42644" y="66484"/>
                  <a:pt x="49900" y="66484"/>
                </a:cubicBezTo>
                <a:cubicBezTo>
                  <a:pt x="53898" y="66484"/>
                  <a:pt x="57748" y="65892"/>
                  <a:pt x="61449" y="64707"/>
                </a:cubicBezTo>
                <a:cubicBezTo>
                  <a:pt x="65003" y="63522"/>
                  <a:pt x="68409" y="61746"/>
                  <a:pt x="71518" y="59377"/>
                </a:cubicBezTo>
                <a:lnTo>
                  <a:pt x="71518" y="80551"/>
                </a:lnTo>
                <a:cubicBezTo>
                  <a:pt x="67372" y="82031"/>
                  <a:pt x="63226" y="83068"/>
                  <a:pt x="59080" y="83808"/>
                </a:cubicBezTo>
                <a:cubicBezTo>
                  <a:pt x="54934" y="84401"/>
                  <a:pt x="50788" y="84845"/>
                  <a:pt x="46642" y="84845"/>
                </a:cubicBezTo>
                <a:cubicBezTo>
                  <a:pt x="31983" y="84845"/>
                  <a:pt x="20582" y="81143"/>
                  <a:pt x="12290" y="73739"/>
                </a:cubicBezTo>
                <a:cubicBezTo>
                  <a:pt x="3998" y="66336"/>
                  <a:pt x="0" y="55823"/>
                  <a:pt x="0" y="42496"/>
                </a:cubicBezTo>
                <a:cubicBezTo>
                  <a:pt x="0" y="29170"/>
                  <a:pt x="3998" y="18805"/>
                  <a:pt x="12290" y="11253"/>
                </a:cubicBezTo>
                <a:cubicBezTo>
                  <a:pt x="20582" y="3850"/>
                  <a:pt x="31983" y="0"/>
                  <a:pt x="46642" y="0"/>
                </a:cubicBezTo>
                <a:cubicBezTo>
                  <a:pt x="50788" y="0"/>
                  <a:pt x="54934" y="444"/>
                  <a:pt x="59080" y="1185"/>
                </a:cubicBezTo>
                <a:cubicBezTo>
                  <a:pt x="63226" y="1925"/>
                  <a:pt x="67372" y="2961"/>
                  <a:pt x="71518" y="44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3F1F1-0924-4629-96FF-F867AD9C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00" y="2146603"/>
            <a:ext cx="113126" cy="107944"/>
          </a:xfrm>
          <a:custGeom xmlns:a="http://schemas.openxmlformats.org/drawingml/2006/main">
            <a:pathLst>
              <a:path w="113126" h="107944">
                <a:moveTo>
                  <a:pt x="0" y="0"/>
                </a:moveTo>
                <a:lnTo>
                  <a:pt x="27985" y="0"/>
                </a:lnTo>
                <a:lnTo>
                  <a:pt x="56563" y="79662"/>
                </a:lnTo>
                <a:lnTo>
                  <a:pt x="85141" y="0"/>
                </a:lnTo>
                <a:lnTo>
                  <a:pt x="113126" y="0"/>
                </a:lnTo>
                <a:lnTo>
                  <a:pt x="73147" y="107944"/>
                </a:lnTo>
                <a:lnTo>
                  <a:pt x="39979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8FB7C-B9E0-4135-A34F-A5511AE2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610" y="2173552"/>
            <a:ext cx="81439" cy="82920"/>
          </a:xfrm>
          <a:custGeom xmlns:a="http://schemas.openxmlformats.org/drawingml/2006/main">
            <a:pathLst>
              <a:path w="81439" h="82920">
                <a:moveTo>
                  <a:pt x="0" y="49456"/>
                </a:moveTo>
                <a:lnTo>
                  <a:pt x="0" y="0"/>
                </a:lnTo>
                <a:lnTo>
                  <a:pt x="26061" y="0"/>
                </a:lnTo>
                <a:lnTo>
                  <a:pt x="26061" y="8144"/>
                </a:lnTo>
                <a:cubicBezTo>
                  <a:pt x="26061" y="12586"/>
                  <a:pt x="25912" y="18065"/>
                  <a:pt x="25912" y="24728"/>
                </a:cubicBezTo>
                <a:cubicBezTo>
                  <a:pt x="25912" y="31391"/>
                  <a:pt x="25912" y="35833"/>
                  <a:pt x="25912" y="37906"/>
                </a:cubicBezTo>
                <a:cubicBezTo>
                  <a:pt x="25912" y="44421"/>
                  <a:pt x="26061" y="49160"/>
                  <a:pt x="26357" y="51973"/>
                </a:cubicBezTo>
                <a:cubicBezTo>
                  <a:pt x="26653" y="54934"/>
                  <a:pt x="27245" y="57007"/>
                  <a:pt x="28134" y="58192"/>
                </a:cubicBezTo>
                <a:cubicBezTo>
                  <a:pt x="29170" y="59969"/>
                  <a:pt x="30503" y="61301"/>
                  <a:pt x="32279" y="62190"/>
                </a:cubicBezTo>
                <a:cubicBezTo>
                  <a:pt x="33908" y="63078"/>
                  <a:pt x="35833" y="63522"/>
                  <a:pt x="38202" y="63522"/>
                </a:cubicBezTo>
                <a:cubicBezTo>
                  <a:pt x="43533" y="63522"/>
                  <a:pt x="47827" y="61449"/>
                  <a:pt x="50936" y="57304"/>
                </a:cubicBezTo>
                <a:cubicBezTo>
                  <a:pt x="53898" y="53158"/>
                  <a:pt x="55527" y="47383"/>
                  <a:pt x="55527" y="39979"/>
                </a:cubicBezTo>
                <a:lnTo>
                  <a:pt x="55527" y="0"/>
                </a:lnTo>
                <a:lnTo>
                  <a:pt x="81439" y="0"/>
                </a:lnTo>
                <a:lnTo>
                  <a:pt x="81439" y="80995"/>
                </a:lnTo>
                <a:lnTo>
                  <a:pt x="55527" y="80995"/>
                </a:lnTo>
                <a:lnTo>
                  <a:pt x="55527" y="69297"/>
                </a:lnTo>
                <a:cubicBezTo>
                  <a:pt x="51677" y="74036"/>
                  <a:pt x="47531" y="77589"/>
                  <a:pt x="43089" y="79662"/>
                </a:cubicBezTo>
                <a:cubicBezTo>
                  <a:pt x="38647" y="81735"/>
                  <a:pt x="33908" y="82920"/>
                  <a:pt x="28726" y="82920"/>
                </a:cubicBezTo>
                <a:cubicBezTo>
                  <a:pt x="19249" y="82920"/>
                  <a:pt x="12142" y="80106"/>
                  <a:pt x="7255" y="74480"/>
                </a:cubicBezTo>
                <a:cubicBezTo>
                  <a:pt x="2369" y="68853"/>
                  <a:pt x="0" y="60413"/>
                  <a:pt x="0" y="494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337EE-7D25-4383-9F69-75F62A1A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25" y="2142013"/>
            <a:ext cx="25912" cy="112534"/>
          </a:xfrm>
          <a:custGeom xmlns:a="http://schemas.openxmlformats.org/drawingml/2006/main">
            <a:pathLst>
              <a:path w="25912" h="112534">
                <a:moveTo>
                  <a:pt x="0" y="0"/>
                </a:moveTo>
                <a:lnTo>
                  <a:pt x="25912" y="0"/>
                </a:lnTo>
                <a:lnTo>
                  <a:pt x="25912" y="112534"/>
                </a:lnTo>
                <a:lnTo>
                  <a:pt x="0" y="1125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260D2-8CDD-4D39-9C16-19F15D09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14" y="2171627"/>
            <a:ext cx="81439" cy="82920"/>
          </a:xfrm>
          <a:custGeom xmlns:a="http://schemas.openxmlformats.org/drawingml/2006/main">
            <a:pathLst>
              <a:path w="81439" h="82920">
                <a:moveTo>
                  <a:pt x="81439" y="33612"/>
                </a:moveTo>
                <a:lnTo>
                  <a:pt x="81439" y="82920"/>
                </a:lnTo>
                <a:lnTo>
                  <a:pt x="55379" y="82920"/>
                </a:lnTo>
                <a:lnTo>
                  <a:pt x="55379" y="74924"/>
                </a:lnTo>
                <a:lnTo>
                  <a:pt x="55379" y="45162"/>
                </a:lnTo>
                <a:cubicBezTo>
                  <a:pt x="55379" y="38202"/>
                  <a:pt x="55231" y="33464"/>
                  <a:pt x="54934" y="30799"/>
                </a:cubicBezTo>
                <a:cubicBezTo>
                  <a:pt x="54638" y="28134"/>
                  <a:pt x="54046" y="26209"/>
                  <a:pt x="53306" y="24876"/>
                </a:cubicBezTo>
                <a:cubicBezTo>
                  <a:pt x="52269" y="23247"/>
                  <a:pt x="50936" y="21915"/>
                  <a:pt x="49160" y="21026"/>
                </a:cubicBezTo>
                <a:cubicBezTo>
                  <a:pt x="47383" y="20138"/>
                  <a:pt x="45310" y="19545"/>
                  <a:pt x="43237" y="19545"/>
                </a:cubicBezTo>
                <a:cubicBezTo>
                  <a:pt x="37758" y="19545"/>
                  <a:pt x="33464" y="21618"/>
                  <a:pt x="30503" y="25764"/>
                </a:cubicBezTo>
                <a:cubicBezTo>
                  <a:pt x="27393" y="29910"/>
                  <a:pt x="25912" y="35685"/>
                  <a:pt x="25912" y="43089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3771"/>
                </a:lnTo>
                <a:cubicBezTo>
                  <a:pt x="29762" y="9032"/>
                  <a:pt x="33760" y="5627"/>
                  <a:pt x="38202" y="3406"/>
                </a:cubicBezTo>
                <a:cubicBezTo>
                  <a:pt x="42644" y="1185"/>
                  <a:pt x="47531" y="0"/>
                  <a:pt x="52861" y="0"/>
                </a:cubicBezTo>
                <a:cubicBezTo>
                  <a:pt x="62190" y="0"/>
                  <a:pt x="69297" y="2961"/>
                  <a:pt x="74184" y="8588"/>
                </a:cubicBezTo>
                <a:cubicBezTo>
                  <a:pt x="78922" y="14363"/>
                  <a:pt x="81439" y="22655"/>
                  <a:pt x="81439" y="3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8EDC7-B7EC-4D8B-B028-341A4B51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2" y="2171627"/>
            <a:ext cx="73443" cy="84845"/>
          </a:xfrm>
          <a:custGeom xmlns:a="http://schemas.openxmlformats.org/drawingml/2006/main">
            <a:pathLst>
              <a:path w="73443" h="84845">
                <a:moveTo>
                  <a:pt x="67965" y="4442"/>
                </a:moveTo>
                <a:lnTo>
                  <a:pt x="67965" y="24136"/>
                </a:lnTo>
                <a:cubicBezTo>
                  <a:pt x="62338" y="21915"/>
                  <a:pt x="57007" y="20138"/>
                  <a:pt x="51973" y="18953"/>
                </a:cubicBezTo>
                <a:cubicBezTo>
                  <a:pt x="46790" y="17769"/>
                  <a:pt x="41904" y="17176"/>
                  <a:pt x="37314" y="17176"/>
                </a:cubicBezTo>
                <a:cubicBezTo>
                  <a:pt x="32279" y="17176"/>
                  <a:pt x="28726" y="17917"/>
                  <a:pt x="26357" y="19101"/>
                </a:cubicBezTo>
                <a:cubicBezTo>
                  <a:pt x="23988" y="20286"/>
                  <a:pt x="22803" y="22211"/>
                  <a:pt x="22803" y="24728"/>
                </a:cubicBezTo>
                <a:cubicBezTo>
                  <a:pt x="22803" y="26801"/>
                  <a:pt x="23691" y="28430"/>
                  <a:pt x="25468" y="29466"/>
                </a:cubicBezTo>
                <a:cubicBezTo>
                  <a:pt x="27245" y="30651"/>
                  <a:pt x="30503" y="31391"/>
                  <a:pt x="35241" y="31983"/>
                </a:cubicBezTo>
                <a:lnTo>
                  <a:pt x="39831" y="32576"/>
                </a:lnTo>
                <a:cubicBezTo>
                  <a:pt x="53009" y="34352"/>
                  <a:pt x="61894" y="37018"/>
                  <a:pt x="66484" y="40868"/>
                </a:cubicBezTo>
                <a:cubicBezTo>
                  <a:pt x="71074" y="44717"/>
                  <a:pt x="73443" y="50788"/>
                  <a:pt x="73443" y="59080"/>
                </a:cubicBezTo>
                <a:cubicBezTo>
                  <a:pt x="73443" y="67668"/>
                  <a:pt x="70186" y="74184"/>
                  <a:pt x="63819" y="78478"/>
                </a:cubicBezTo>
                <a:cubicBezTo>
                  <a:pt x="57452" y="82772"/>
                  <a:pt x="47975" y="84845"/>
                  <a:pt x="35389" y="84845"/>
                </a:cubicBezTo>
                <a:cubicBezTo>
                  <a:pt x="30058" y="84845"/>
                  <a:pt x="24432" y="84401"/>
                  <a:pt x="18805" y="83660"/>
                </a:cubicBezTo>
                <a:cubicBezTo>
                  <a:pt x="13030" y="82920"/>
                  <a:pt x="7107" y="81735"/>
                  <a:pt x="1185" y="79958"/>
                </a:cubicBezTo>
                <a:lnTo>
                  <a:pt x="1185" y="60265"/>
                </a:lnTo>
                <a:cubicBezTo>
                  <a:pt x="6219" y="62930"/>
                  <a:pt x="11550" y="64855"/>
                  <a:pt x="17028" y="66040"/>
                </a:cubicBezTo>
                <a:cubicBezTo>
                  <a:pt x="22359" y="67224"/>
                  <a:pt x="27985" y="67817"/>
                  <a:pt x="33612" y="67817"/>
                </a:cubicBezTo>
                <a:cubicBezTo>
                  <a:pt x="38647" y="67817"/>
                  <a:pt x="42348" y="67224"/>
                  <a:pt x="45014" y="65744"/>
                </a:cubicBezTo>
                <a:cubicBezTo>
                  <a:pt x="47531" y="64411"/>
                  <a:pt x="48863" y="62338"/>
                  <a:pt x="48863" y="59525"/>
                </a:cubicBezTo>
                <a:cubicBezTo>
                  <a:pt x="48863" y="57155"/>
                  <a:pt x="47975" y="55527"/>
                  <a:pt x="46198" y="54342"/>
                </a:cubicBezTo>
                <a:cubicBezTo>
                  <a:pt x="44421" y="53158"/>
                  <a:pt x="40868" y="52269"/>
                  <a:pt x="35685" y="51677"/>
                </a:cubicBezTo>
                <a:lnTo>
                  <a:pt x="31095" y="51085"/>
                </a:lnTo>
                <a:cubicBezTo>
                  <a:pt x="19545" y="49752"/>
                  <a:pt x="11550" y="47087"/>
                  <a:pt x="6959" y="43089"/>
                </a:cubicBezTo>
                <a:cubicBezTo>
                  <a:pt x="2221" y="39239"/>
                  <a:pt x="0" y="33316"/>
                  <a:pt x="0" y="25320"/>
                </a:cubicBezTo>
                <a:cubicBezTo>
                  <a:pt x="0" y="16732"/>
                  <a:pt x="2813" y="10365"/>
                  <a:pt x="8736" y="6219"/>
                </a:cubicBezTo>
                <a:cubicBezTo>
                  <a:pt x="14659" y="2073"/>
                  <a:pt x="23691" y="0"/>
                  <a:pt x="35833" y="0"/>
                </a:cubicBezTo>
                <a:cubicBezTo>
                  <a:pt x="40571" y="0"/>
                  <a:pt x="45458" y="444"/>
                  <a:pt x="50788" y="1185"/>
                </a:cubicBezTo>
                <a:cubicBezTo>
                  <a:pt x="56119" y="1925"/>
                  <a:pt x="61746" y="2961"/>
                  <a:pt x="67965" y="44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D657D-B7C4-4DEA-9716-5E21E654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2605321"/>
            <a:ext cx="21594" cy="10"/>
          </a:xfrm>
          <a:custGeom xmlns:a="http://schemas.openxmlformats.org/drawingml/2006/main">
            <a:pathLst>
              <a:path w="21594" h="1">
                <a:moveTo>
                  <a:pt x="2159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BD5FA-E901-493A-8BBD-9259FA84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2605321"/>
            <a:ext cx="21594" cy="10"/>
          </a:xfrm>
          <a:custGeom xmlns:a="http://schemas.openxmlformats.org/drawingml/2006/main">
            <a:pathLst>
              <a:path w="21594" h="1" fill="none">
                <a:moveTo>
                  <a:pt x="215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56878-93AF-4C1C-BEB8-9D587719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25" y="2538202"/>
            <a:ext cx="76701" cy="107944"/>
          </a:xfrm>
          <a:custGeom xmlns:a="http://schemas.openxmlformats.org/drawingml/2006/main">
            <a:pathLst>
              <a:path w="76701" h="107944">
                <a:moveTo>
                  <a:pt x="0" y="0"/>
                </a:moveTo>
                <a:lnTo>
                  <a:pt x="27837" y="0"/>
                </a:lnTo>
                <a:lnTo>
                  <a:pt x="27837" y="86918"/>
                </a:lnTo>
                <a:lnTo>
                  <a:pt x="76701" y="86918"/>
                </a:lnTo>
                <a:lnTo>
                  <a:pt x="76701" y="107944"/>
                </a:ln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31DEB-C9D0-4F6B-8346-DA7FD2CB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46" y="2538202"/>
            <a:ext cx="76701" cy="107944"/>
          </a:xfrm>
          <a:custGeom xmlns:a="http://schemas.openxmlformats.org/drawingml/2006/main">
            <a:pathLst>
              <a:path w="76701" h="107944">
                <a:moveTo>
                  <a:pt x="0" y="0"/>
                </a:moveTo>
                <a:lnTo>
                  <a:pt x="27837" y="0"/>
                </a:lnTo>
                <a:lnTo>
                  <a:pt x="27837" y="86918"/>
                </a:lnTo>
                <a:lnTo>
                  <a:pt x="76701" y="86918"/>
                </a:lnTo>
                <a:lnTo>
                  <a:pt x="76701" y="107944"/>
                </a:ln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EDB1F-B915-48C7-A29A-CE484A47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67" y="2538202"/>
            <a:ext cx="120086" cy="107944"/>
          </a:xfrm>
          <a:custGeom xmlns:a="http://schemas.openxmlformats.org/drawingml/2006/main">
            <a:pathLst>
              <a:path w="120086" h="107944">
                <a:moveTo>
                  <a:pt x="0" y="0"/>
                </a:moveTo>
                <a:lnTo>
                  <a:pt x="35389" y="0"/>
                </a:lnTo>
                <a:lnTo>
                  <a:pt x="59969" y="57748"/>
                </a:lnTo>
                <a:lnTo>
                  <a:pt x="84697" y="0"/>
                </a:lnTo>
                <a:lnTo>
                  <a:pt x="120086" y="0"/>
                </a:lnTo>
                <a:lnTo>
                  <a:pt x="120086" y="107944"/>
                </a:lnTo>
                <a:lnTo>
                  <a:pt x="93729" y="107944"/>
                </a:lnTo>
                <a:lnTo>
                  <a:pt x="93729" y="29022"/>
                </a:lnTo>
                <a:lnTo>
                  <a:pt x="68853" y="87214"/>
                </a:lnTo>
                <a:lnTo>
                  <a:pt x="51233" y="87214"/>
                </a:lnTo>
                <a:lnTo>
                  <a:pt x="26357" y="29022"/>
                </a:lnTo>
                <a:lnTo>
                  <a:pt x="26357" y="107944"/>
                </a:ln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F7ABD-251F-49AC-B496-19909E4E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08" y="2536277"/>
            <a:ext cx="91804" cy="111794"/>
          </a:xfrm>
          <a:custGeom xmlns:a="http://schemas.openxmlformats.org/drawingml/2006/main">
            <a:pathLst>
              <a:path w="91804" h="111794">
                <a:moveTo>
                  <a:pt x="91804" y="103946"/>
                </a:moveTo>
                <a:cubicBezTo>
                  <a:pt x="86622" y="106611"/>
                  <a:pt x="81291" y="108684"/>
                  <a:pt x="75812" y="109869"/>
                </a:cubicBezTo>
                <a:cubicBezTo>
                  <a:pt x="70186" y="111053"/>
                  <a:pt x="64411" y="111794"/>
                  <a:pt x="58488" y="111794"/>
                </a:cubicBezTo>
                <a:cubicBezTo>
                  <a:pt x="40423" y="111794"/>
                  <a:pt x="26209" y="106907"/>
                  <a:pt x="15696" y="96838"/>
                </a:cubicBezTo>
                <a:cubicBezTo>
                  <a:pt x="5182" y="86918"/>
                  <a:pt x="0" y="73295"/>
                  <a:pt x="0" y="55971"/>
                </a:cubicBezTo>
                <a:cubicBezTo>
                  <a:pt x="0" y="38795"/>
                  <a:pt x="5182" y="25172"/>
                  <a:pt x="15696" y="15103"/>
                </a:cubicBezTo>
                <a:cubicBezTo>
                  <a:pt x="26209" y="5034"/>
                  <a:pt x="40423" y="0"/>
                  <a:pt x="58488" y="0"/>
                </a:cubicBezTo>
                <a:cubicBezTo>
                  <a:pt x="64411" y="0"/>
                  <a:pt x="70186" y="740"/>
                  <a:pt x="75812" y="2073"/>
                </a:cubicBezTo>
                <a:cubicBezTo>
                  <a:pt x="81291" y="3406"/>
                  <a:pt x="86622" y="5331"/>
                  <a:pt x="91804" y="7996"/>
                </a:cubicBezTo>
                <a:lnTo>
                  <a:pt x="91804" y="30355"/>
                </a:lnTo>
                <a:cubicBezTo>
                  <a:pt x="86622" y="26801"/>
                  <a:pt x="81587" y="24284"/>
                  <a:pt x="76553" y="22655"/>
                </a:cubicBezTo>
                <a:cubicBezTo>
                  <a:pt x="71518" y="21026"/>
                  <a:pt x="66188" y="20138"/>
                  <a:pt x="60709" y="20138"/>
                </a:cubicBezTo>
                <a:cubicBezTo>
                  <a:pt x="50640" y="20138"/>
                  <a:pt x="42793" y="23395"/>
                  <a:pt x="37166" y="29762"/>
                </a:cubicBezTo>
                <a:cubicBezTo>
                  <a:pt x="31539" y="36129"/>
                  <a:pt x="28726" y="44866"/>
                  <a:pt x="28726" y="55971"/>
                </a:cubicBezTo>
                <a:cubicBezTo>
                  <a:pt x="28726" y="67224"/>
                  <a:pt x="31539" y="75960"/>
                  <a:pt x="37166" y="82328"/>
                </a:cubicBezTo>
                <a:cubicBezTo>
                  <a:pt x="42793" y="88695"/>
                  <a:pt x="50640" y="91804"/>
                  <a:pt x="60709" y="91804"/>
                </a:cubicBezTo>
                <a:cubicBezTo>
                  <a:pt x="66188" y="91804"/>
                  <a:pt x="71518" y="91064"/>
                  <a:pt x="76553" y="89435"/>
                </a:cubicBezTo>
                <a:cubicBezTo>
                  <a:pt x="81587" y="87806"/>
                  <a:pt x="86622" y="85141"/>
                  <a:pt x="91804" y="81587"/>
                </a:cubicBezTo>
                <a:lnTo>
                  <a:pt x="91804" y="103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96940-08C0-40A7-B197-9478924D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26" y="2533612"/>
            <a:ext cx="81439" cy="112534"/>
          </a:xfrm>
          <a:custGeom xmlns:a="http://schemas.openxmlformats.org/drawingml/2006/main">
            <a:pathLst>
              <a:path w="81439" h="112534">
                <a:moveTo>
                  <a:pt x="81439" y="63226"/>
                </a:moveTo>
                <a:lnTo>
                  <a:pt x="81439" y="112534"/>
                </a:lnTo>
                <a:lnTo>
                  <a:pt x="55379" y="112534"/>
                </a:lnTo>
                <a:lnTo>
                  <a:pt x="55379" y="104538"/>
                </a:lnTo>
                <a:lnTo>
                  <a:pt x="55379" y="74924"/>
                </a:lnTo>
                <a:cubicBezTo>
                  <a:pt x="55379" y="67817"/>
                  <a:pt x="55231" y="63078"/>
                  <a:pt x="54934" y="60413"/>
                </a:cubicBezTo>
                <a:cubicBezTo>
                  <a:pt x="54638" y="57748"/>
                  <a:pt x="54046" y="55823"/>
                  <a:pt x="53306" y="54490"/>
                </a:cubicBezTo>
                <a:cubicBezTo>
                  <a:pt x="52269" y="52861"/>
                  <a:pt x="50936" y="51529"/>
                  <a:pt x="49160" y="50640"/>
                </a:cubicBezTo>
                <a:cubicBezTo>
                  <a:pt x="47383" y="49752"/>
                  <a:pt x="45310" y="49160"/>
                  <a:pt x="43237" y="49160"/>
                </a:cubicBezTo>
                <a:cubicBezTo>
                  <a:pt x="37758" y="49160"/>
                  <a:pt x="33464" y="51233"/>
                  <a:pt x="30503" y="55379"/>
                </a:cubicBezTo>
                <a:cubicBezTo>
                  <a:pt x="27393" y="59525"/>
                  <a:pt x="25912" y="65299"/>
                  <a:pt x="25912" y="72703"/>
                </a:cubicBezTo>
                <a:lnTo>
                  <a:pt x="25912" y="112534"/>
                </a:lnTo>
                <a:lnTo>
                  <a:pt x="0" y="112534"/>
                </a:lnTo>
                <a:lnTo>
                  <a:pt x="0" y="0"/>
                </a:lnTo>
                <a:lnTo>
                  <a:pt x="25912" y="0"/>
                </a:lnTo>
                <a:lnTo>
                  <a:pt x="25912" y="43385"/>
                </a:lnTo>
                <a:cubicBezTo>
                  <a:pt x="29762" y="38647"/>
                  <a:pt x="33760" y="35241"/>
                  <a:pt x="38202" y="33020"/>
                </a:cubicBezTo>
                <a:cubicBezTo>
                  <a:pt x="42644" y="30799"/>
                  <a:pt x="47531" y="29614"/>
                  <a:pt x="52861" y="29614"/>
                </a:cubicBezTo>
                <a:cubicBezTo>
                  <a:pt x="62190" y="29614"/>
                  <a:pt x="69297" y="32576"/>
                  <a:pt x="74184" y="38202"/>
                </a:cubicBezTo>
                <a:cubicBezTo>
                  <a:pt x="78922" y="43977"/>
                  <a:pt x="81439" y="52269"/>
                  <a:pt x="81439" y="632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5B323-437E-4F5E-9299-12177977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882" y="2563226"/>
            <a:ext cx="81883" cy="84845"/>
          </a:xfrm>
          <a:custGeom xmlns:a="http://schemas.openxmlformats.org/drawingml/2006/main">
            <a:pathLst>
              <a:path w="81883" h="84845">
                <a:moveTo>
                  <a:pt x="42348" y="46494"/>
                </a:moveTo>
                <a:cubicBezTo>
                  <a:pt x="36870" y="46494"/>
                  <a:pt x="32724" y="47531"/>
                  <a:pt x="30058" y="49308"/>
                </a:cubicBezTo>
                <a:cubicBezTo>
                  <a:pt x="27393" y="51085"/>
                  <a:pt x="26061" y="53750"/>
                  <a:pt x="26061" y="57304"/>
                </a:cubicBezTo>
                <a:cubicBezTo>
                  <a:pt x="26061" y="60561"/>
                  <a:pt x="27097" y="63226"/>
                  <a:pt x="29318" y="65003"/>
                </a:cubicBezTo>
                <a:cubicBezTo>
                  <a:pt x="31539" y="66928"/>
                  <a:pt x="34649" y="67817"/>
                  <a:pt x="38498" y="67817"/>
                </a:cubicBezTo>
                <a:cubicBezTo>
                  <a:pt x="43385" y="67817"/>
                  <a:pt x="47531" y="66188"/>
                  <a:pt x="50788" y="62634"/>
                </a:cubicBezTo>
                <a:cubicBezTo>
                  <a:pt x="54046" y="59080"/>
                  <a:pt x="55823" y="54786"/>
                  <a:pt x="55823" y="49456"/>
                </a:cubicBezTo>
                <a:lnTo>
                  <a:pt x="55823" y="46494"/>
                </a:lnTo>
                <a:lnTo>
                  <a:pt x="42348" y="46494"/>
                </a:lnTo>
                <a:close/>
                <a:moveTo>
                  <a:pt x="81883" y="36722"/>
                </a:moveTo>
                <a:lnTo>
                  <a:pt x="81883" y="82920"/>
                </a:lnTo>
                <a:lnTo>
                  <a:pt x="55823" y="82920"/>
                </a:lnTo>
                <a:lnTo>
                  <a:pt x="55823" y="70926"/>
                </a:lnTo>
                <a:cubicBezTo>
                  <a:pt x="52269" y="75960"/>
                  <a:pt x="48419" y="79514"/>
                  <a:pt x="44125" y="81587"/>
                </a:cubicBezTo>
                <a:cubicBezTo>
                  <a:pt x="39683" y="83660"/>
                  <a:pt x="34501" y="84845"/>
                  <a:pt x="28282" y="84845"/>
                </a:cubicBezTo>
                <a:cubicBezTo>
                  <a:pt x="19842" y="84845"/>
                  <a:pt x="13030" y="82476"/>
                  <a:pt x="7848" y="77589"/>
                </a:cubicBezTo>
                <a:cubicBezTo>
                  <a:pt x="2517" y="72851"/>
                  <a:pt x="0" y="66484"/>
                  <a:pt x="0" y="58636"/>
                </a:cubicBezTo>
                <a:cubicBezTo>
                  <a:pt x="0" y="49160"/>
                  <a:pt x="3258" y="42200"/>
                  <a:pt x="9773" y="37758"/>
                </a:cubicBezTo>
                <a:cubicBezTo>
                  <a:pt x="16288" y="33316"/>
                  <a:pt x="26505" y="31095"/>
                  <a:pt x="40571" y="31095"/>
                </a:cubicBezTo>
                <a:lnTo>
                  <a:pt x="55823" y="31095"/>
                </a:lnTo>
                <a:lnTo>
                  <a:pt x="55823" y="29022"/>
                </a:lnTo>
                <a:cubicBezTo>
                  <a:pt x="55823" y="25024"/>
                  <a:pt x="54194" y="22063"/>
                  <a:pt x="50936" y="20138"/>
                </a:cubicBezTo>
                <a:cubicBezTo>
                  <a:pt x="47679" y="18213"/>
                  <a:pt x="42644" y="17176"/>
                  <a:pt x="35833" y="17176"/>
                </a:cubicBezTo>
                <a:cubicBezTo>
                  <a:pt x="30206" y="17176"/>
                  <a:pt x="25024" y="17769"/>
                  <a:pt x="20286" y="18953"/>
                </a:cubicBezTo>
                <a:cubicBezTo>
                  <a:pt x="15547" y="20138"/>
                  <a:pt x="11105" y="21766"/>
                  <a:pt x="7107" y="23839"/>
                </a:cubicBezTo>
                <a:lnTo>
                  <a:pt x="7107" y="4146"/>
                </a:lnTo>
                <a:cubicBezTo>
                  <a:pt x="12586" y="2813"/>
                  <a:pt x="18065" y="1777"/>
                  <a:pt x="23691" y="1036"/>
                </a:cubicBezTo>
                <a:cubicBezTo>
                  <a:pt x="29318" y="444"/>
                  <a:pt x="34945" y="0"/>
                  <a:pt x="40571" y="0"/>
                </a:cubicBezTo>
                <a:cubicBezTo>
                  <a:pt x="55082" y="0"/>
                  <a:pt x="65595" y="2961"/>
                  <a:pt x="72111" y="8736"/>
                </a:cubicBezTo>
                <a:cubicBezTo>
                  <a:pt x="78626" y="14511"/>
                  <a:pt x="81883" y="23839"/>
                  <a:pt x="81883" y="367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90073-80CC-4A78-AACF-E8D1598A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388" y="2542200"/>
            <a:ext cx="65447" cy="103946"/>
          </a:xfrm>
          <a:custGeom xmlns:a="http://schemas.openxmlformats.org/drawingml/2006/main">
            <a:pathLst>
              <a:path w="65447" h="103946">
                <a:moveTo>
                  <a:pt x="38795" y="0"/>
                </a:moveTo>
                <a:lnTo>
                  <a:pt x="38795" y="22951"/>
                </a:lnTo>
                <a:lnTo>
                  <a:pt x="65447" y="22951"/>
                </a:lnTo>
                <a:lnTo>
                  <a:pt x="65447" y="41460"/>
                </a:lnTo>
                <a:lnTo>
                  <a:pt x="38795" y="41460"/>
                </a:lnTo>
                <a:lnTo>
                  <a:pt x="38795" y="75812"/>
                </a:lnTo>
                <a:cubicBezTo>
                  <a:pt x="38795" y="79662"/>
                  <a:pt x="39535" y="82179"/>
                  <a:pt x="41016" y="83512"/>
                </a:cubicBezTo>
                <a:cubicBezTo>
                  <a:pt x="42496" y="84845"/>
                  <a:pt x="45458" y="85437"/>
                  <a:pt x="49900" y="85437"/>
                </a:cubicBezTo>
                <a:lnTo>
                  <a:pt x="63226" y="85437"/>
                </a:lnTo>
                <a:lnTo>
                  <a:pt x="63226" y="103946"/>
                </a:lnTo>
                <a:lnTo>
                  <a:pt x="41016" y="103946"/>
                </a:lnTo>
                <a:cubicBezTo>
                  <a:pt x="30799" y="103946"/>
                  <a:pt x="23543" y="101873"/>
                  <a:pt x="19249" y="97579"/>
                </a:cubicBezTo>
                <a:cubicBezTo>
                  <a:pt x="14955" y="93433"/>
                  <a:pt x="12882" y="86177"/>
                  <a:pt x="12882" y="75812"/>
                </a:cubicBezTo>
                <a:lnTo>
                  <a:pt x="12882" y="41460"/>
                </a:lnTo>
                <a:lnTo>
                  <a:pt x="0" y="41460"/>
                </a:lnTo>
                <a:lnTo>
                  <a:pt x="0" y="22951"/>
                </a:lnTo>
                <a:lnTo>
                  <a:pt x="12882" y="22951"/>
                </a:lnTo>
                <a:lnTo>
                  <a:pt x="12882" y="0"/>
                </a:lnTo>
                <a:lnTo>
                  <a:pt x="387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351B4-E3A2-4C45-8E23-03EB9A90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2996920"/>
            <a:ext cx="21594" cy="10"/>
          </a:xfrm>
          <a:custGeom xmlns:a="http://schemas.openxmlformats.org/drawingml/2006/main">
            <a:pathLst>
              <a:path w="21594" h="1">
                <a:moveTo>
                  <a:pt x="21594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28D63-DBF8-42F5-B4C8-4C6A4AE8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03" y="2996920"/>
            <a:ext cx="21594" cy="10"/>
          </a:xfrm>
          <a:custGeom xmlns:a="http://schemas.openxmlformats.org/drawingml/2006/main">
            <a:pathLst>
              <a:path w="21594" h="1" fill="none">
                <a:moveTo>
                  <a:pt x="215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936" cap="flat">
            <a:solidFill>
              <a:srgbClr val="000000"/>
            </a:solidFill>
            <a:round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7F706-D5D4-40FD-B20C-0712FF75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78" y="2929801"/>
            <a:ext cx="96690" cy="107944"/>
          </a:xfrm>
          <a:custGeom xmlns:a="http://schemas.openxmlformats.org/drawingml/2006/main">
            <a:pathLst>
              <a:path w="96690" h="107944">
                <a:moveTo>
                  <a:pt x="0" y="0"/>
                </a:moveTo>
                <a:lnTo>
                  <a:pt x="27837" y="0"/>
                </a:lnTo>
                <a:lnTo>
                  <a:pt x="27837" y="41164"/>
                </a:lnTo>
                <a:lnTo>
                  <a:pt x="68853" y="41164"/>
                </a:lnTo>
                <a:lnTo>
                  <a:pt x="68853" y="0"/>
                </a:lnTo>
                <a:lnTo>
                  <a:pt x="96690" y="0"/>
                </a:lnTo>
                <a:lnTo>
                  <a:pt x="96690" y="107944"/>
                </a:lnTo>
                <a:lnTo>
                  <a:pt x="68853" y="107944"/>
                </a:lnTo>
                <a:lnTo>
                  <a:pt x="68853" y="62190"/>
                </a:lnTo>
                <a:lnTo>
                  <a:pt x="27837" y="62190"/>
                </a:lnTo>
                <a:lnTo>
                  <a:pt x="27837" y="107944"/>
                </a:lnTo>
                <a:lnTo>
                  <a:pt x="0" y="107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7ABC1-9E50-43C1-9E5B-E6E42A4A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41" y="2956750"/>
            <a:ext cx="81439" cy="82920"/>
          </a:xfrm>
          <a:custGeom xmlns:a="http://schemas.openxmlformats.org/drawingml/2006/main">
            <a:pathLst>
              <a:path w="81439" h="82920">
                <a:moveTo>
                  <a:pt x="0" y="49456"/>
                </a:moveTo>
                <a:lnTo>
                  <a:pt x="0" y="0"/>
                </a:lnTo>
                <a:lnTo>
                  <a:pt x="26061" y="0"/>
                </a:lnTo>
                <a:lnTo>
                  <a:pt x="26061" y="8144"/>
                </a:lnTo>
                <a:cubicBezTo>
                  <a:pt x="26061" y="12586"/>
                  <a:pt x="25912" y="18065"/>
                  <a:pt x="25912" y="24728"/>
                </a:cubicBezTo>
                <a:cubicBezTo>
                  <a:pt x="25912" y="31391"/>
                  <a:pt x="25912" y="35833"/>
                  <a:pt x="25912" y="37906"/>
                </a:cubicBezTo>
                <a:cubicBezTo>
                  <a:pt x="25912" y="44421"/>
                  <a:pt x="26061" y="49160"/>
                  <a:pt x="26357" y="51973"/>
                </a:cubicBezTo>
                <a:cubicBezTo>
                  <a:pt x="26653" y="54934"/>
                  <a:pt x="27245" y="57007"/>
                  <a:pt x="28134" y="58192"/>
                </a:cubicBezTo>
                <a:cubicBezTo>
                  <a:pt x="29170" y="59969"/>
                  <a:pt x="30503" y="61301"/>
                  <a:pt x="32279" y="62190"/>
                </a:cubicBezTo>
                <a:cubicBezTo>
                  <a:pt x="33908" y="63078"/>
                  <a:pt x="35833" y="63522"/>
                  <a:pt x="38202" y="63522"/>
                </a:cubicBezTo>
                <a:cubicBezTo>
                  <a:pt x="43533" y="63522"/>
                  <a:pt x="47827" y="61449"/>
                  <a:pt x="50936" y="57304"/>
                </a:cubicBezTo>
                <a:cubicBezTo>
                  <a:pt x="53898" y="53158"/>
                  <a:pt x="55527" y="47383"/>
                  <a:pt x="55527" y="39979"/>
                </a:cubicBezTo>
                <a:lnTo>
                  <a:pt x="55527" y="0"/>
                </a:lnTo>
                <a:lnTo>
                  <a:pt x="81439" y="0"/>
                </a:lnTo>
                <a:lnTo>
                  <a:pt x="81439" y="80995"/>
                </a:lnTo>
                <a:lnTo>
                  <a:pt x="55527" y="80995"/>
                </a:lnTo>
                <a:lnTo>
                  <a:pt x="55527" y="69297"/>
                </a:lnTo>
                <a:cubicBezTo>
                  <a:pt x="51677" y="74036"/>
                  <a:pt x="47531" y="77589"/>
                  <a:pt x="43089" y="79662"/>
                </a:cubicBezTo>
                <a:cubicBezTo>
                  <a:pt x="38647" y="81735"/>
                  <a:pt x="33908" y="82920"/>
                  <a:pt x="28726" y="82920"/>
                </a:cubicBezTo>
                <a:cubicBezTo>
                  <a:pt x="19249" y="82920"/>
                  <a:pt x="12142" y="80106"/>
                  <a:pt x="7255" y="74480"/>
                </a:cubicBezTo>
                <a:cubicBezTo>
                  <a:pt x="2369" y="68853"/>
                  <a:pt x="0" y="60413"/>
                  <a:pt x="0" y="494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88F37-9AE3-4EC5-AD97-F19AFBE8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08" y="2954825"/>
            <a:ext cx="130303" cy="82920"/>
          </a:xfrm>
          <a:custGeom xmlns:a="http://schemas.openxmlformats.org/drawingml/2006/main">
            <a:pathLst>
              <a:path w="130303" h="82920">
                <a:moveTo>
                  <a:pt x="75220" y="15399"/>
                </a:moveTo>
                <a:cubicBezTo>
                  <a:pt x="78478" y="10365"/>
                  <a:pt x="82328" y="6663"/>
                  <a:pt x="86770" y="3998"/>
                </a:cubicBezTo>
                <a:cubicBezTo>
                  <a:pt x="91212" y="1333"/>
                  <a:pt x="96246" y="0"/>
                  <a:pt x="101725" y="0"/>
                </a:cubicBezTo>
                <a:cubicBezTo>
                  <a:pt x="110905" y="0"/>
                  <a:pt x="118013" y="2961"/>
                  <a:pt x="122899" y="8588"/>
                </a:cubicBezTo>
                <a:cubicBezTo>
                  <a:pt x="127785" y="14363"/>
                  <a:pt x="130303" y="22655"/>
                  <a:pt x="130303" y="33612"/>
                </a:cubicBezTo>
                <a:lnTo>
                  <a:pt x="130303" y="82920"/>
                </a:lnTo>
                <a:lnTo>
                  <a:pt x="104242" y="82920"/>
                </a:lnTo>
                <a:lnTo>
                  <a:pt x="104242" y="40720"/>
                </a:lnTo>
                <a:cubicBezTo>
                  <a:pt x="104242" y="40127"/>
                  <a:pt x="104390" y="39387"/>
                  <a:pt x="104390" y="38795"/>
                </a:cubicBezTo>
                <a:cubicBezTo>
                  <a:pt x="104390" y="38202"/>
                  <a:pt x="104390" y="37166"/>
                  <a:pt x="104390" y="35833"/>
                </a:cubicBezTo>
                <a:cubicBezTo>
                  <a:pt x="104390" y="30206"/>
                  <a:pt x="103502" y="26061"/>
                  <a:pt x="101873" y="23395"/>
                </a:cubicBezTo>
                <a:cubicBezTo>
                  <a:pt x="100096" y="20878"/>
                  <a:pt x="97431" y="19545"/>
                  <a:pt x="93729" y="19545"/>
                </a:cubicBezTo>
                <a:cubicBezTo>
                  <a:pt x="88695" y="19545"/>
                  <a:pt x="84993" y="21618"/>
                  <a:pt x="82328" y="25616"/>
                </a:cubicBezTo>
                <a:cubicBezTo>
                  <a:pt x="79662" y="29762"/>
                  <a:pt x="78182" y="35537"/>
                  <a:pt x="78182" y="43089"/>
                </a:cubicBezTo>
                <a:lnTo>
                  <a:pt x="78182" y="82920"/>
                </a:lnTo>
                <a:lnTo>
                  <a:pt x="52121" y="82920"/>
                </a:lnTo>
                <a:lnTo>
                  <a:pt x="52121" y="40720"/>
                </a:lnTo>
                <a:cubicBezTo>
                  <a:pt x="52121" y="31835"/>
                  <a:pt x="51233" y="26061"/>
                  <a:pt x="49752" y="23395"/>
                </a:cubicBezTo>
                <a:cubicBezTo>
                  <a:pt x="48271" y="20878"/>
                  <a:pt x="45458" y="19545"/>
                  <a:pt x="41608" y="19545"/>
                </a:cubicBezTo>
                <a:cubicBezTo>
                  <a:pt x="36574" y="19545"/>
                  <a:pt x="32724" y="21618"/>
                  <a:pt x="30058" y="25616"/>
                </a:cubicBezTo>
                <a:cubicBezTo>
                  <a:pt x="27393" y="29762"/>
                  <a:pt x="26061" y="35537"/>
                  <a:pt x="26061" y="43089"/>
                </a:cubicBezTo>
                <a:lnTo>
                  <a:pt x="26061" y="82920"/>
                </a:lnTo>
                <a:lnTo>
                  <a:pt x="0" y="82920"/>
                </a:lnTo>
                <a:lnTo>
                  <a:pt x="0" y="1925"/>
                </a:lnTo>
                <a:lnTo>
                  <a:pt x="26061" y="1925"/>
                </a:lnTo>
                <a:lnTo>
                  <a:pt x="26061" y="13771"/>
                </a:lnTo>
                <a:cubicBezTo>
                  <a:pt x="29170" y="9328"/>
                  <a:pt x="32872" y="5923"/>
                  <a:pt x="37018" y="3554"/>
                </a:cubicBezTo>
                <a:cubicBezTo>
                  <a:pt x="41164" y="1185"/>
                  <a:pt x="45606" y="0"/>
                  <a:pt x="50640" y="0"/>
                </a:cubicBezTo>
                <a:cubicBezTo>
                  <a:pt x="56119" y="0"/>
                  <a:pt x="61005" y="1481"/>
                  <a:pt x="65299" y="4146"/>
                </a:cubicBezTo>
                <a:cubicBezTo>
                  <a:pt x="69593" y="6811"/>
                  <a:pt x="72851" y="10661"/>
                  <a:pt x="75220" y="15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5557D-1952-4FA3-B072-B975F069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75" y="2954825"/>
            <a:ext cx="81883" cy="84845"/>
          </a:xfrm>
          <a:custGeom xmlns:a="http://schemas.openxmlformats.org/drawingml/2006/main">
            <a:pathLst>
              <a:path w="81883" h="84845">
                <a:moveTo>
                  <a:pt x="42348" y="46494"/>
                </a:moveTo>
                <a:cubicBezTo>
                  <a:pt x="36870" y="46494"/>
                  <a:pt x="32724" y="47531"/>
                  <a:pt x="30058" y="49308"/>
                </a:cubicBezTo>
                <a:cubicBezTo>
                  <a:pt x="27393" y="51085"/>
                  <a:pt x="26061" y="53750"/>
                  <a:pt x="26061" y="57304"/>
                </a:cubicBezTo>
                <a:cubicBezTo>
                  <a:pt x="26061" y="60561"/>
                  <a:pt x="27097" y="63226"/>
                  <a:pt x="29318" y="65003"/>
                </a:cubicBezTo>
                <a:cubicBezTo>
                  <a:pt x="31539" y="66928"/>
                  <a:pt x="34649" y="67817"/>
                  <a:pt x="38498" y="67817"/>
                </a:cubicBezTo>
                <a:cubicBezTo>
                  <a:pt x="43385" y="67817"/>
                  <a:pt x="47531" y="66188"/>
                  <a:pt x="50788" y="62634"/>
                </a:cubicBezTo>
                <a:cubicBezTo>
                  <a:pt x="54046" y="59080"/>
                  <a:pt x="55823" y="54786"/>
                  <a:pt x="55823" y="49456"/>
                </a:cubicBezTo>
                <a:lnTo>
                  <a:pt x="55823" y="46494"/>
                </a:lnTo>
                <a:lnTo>
                  <a:pt x="42348" y="46494"/>
                </a:lnTo>
                <a:close/>
                <a:moveTo>
                  <a:pt x="81883" y="36722"/>
                </a:moveTo>
                <a:lnTo>
                  <a:pt x="81883" y="82920"/>
                </a:lnTo>
                <a:lnTo>
                  <a:pt x="55823" y="82920"/>
                </a:lnTo>
                <a:lnTo>
                  <a:pt x="55823" y="70926"/>
                </a:lnTo>
                <a:cubicBezTo>
                  <a:pt x="52269" y="75960"/>
                  <a:pt x="48419" y="79514"/>
                  <a:pt x="44125" y="81587"/>
                </a:cubicBezTo>
                <a:cubicBezTo>
                  <a:pt x="39683" y="83660"/>
                  <a:pt x="34501" y="84845"/>
                  <a:pt x="28282" y="84845"/>
                </a:cubicBezTo>
                <a:cubicBezTo>
                  <a:pt x="19842" y="84845"/>
                  <a:pt x="13030" y="82476"/>
                  <a:pt x="7848" y="77589"/>
                </a:cubicBezTo>
                <a:cubicBezTo>
                  <a:pt x="2517" y="72851"/>
                  <a:pt x="0" y="66484"/>
                  <a:pt x="0" y="58636"/>
                </a:cubicBezTo>
                <a:cubicBezTo>
                  <a:pt x="0" y="49160"/>
                  <a:pt x="3258" y="42200"/>
                  <a:pt x="9773" y="37758"/>
                </a:cubicBezTo>
                <a:cubicBezTo>
                  <a:pt x="16288" y="33316"/>
                  <a:pt x="26505" y="31095"/>
                  <a:pt x="40571" y="31095"/>
                </a:cubicBezTo>
                <a:lnTo>
                  <a:pt x="55823" y="31095"/>
                </a:lnTo>
                <a:lnTo>
                  <a:pt x="55823" y="29022"/>
                </a:lnTo>
                <a:cubicBezTo>
                  <a:pt x="55823" y="25024"/>
                  <a:pt x="54194" y="22063"/>
                  <a:pt x="50936" y="20138"/>
                </a:cubicBezTo>
                <a:cubicBezTo>
                  <a:pt x="47679" y="18213"/>
                  <a:pt x="42644" y="17176"/>
                  <a:pt x="35833" y="17176"/>
                </a:cubicBezTo>
                <a:cubicBezTo>
                  <a:pt x="30206" y="17176"/>
                  <a:pt x="25024" y="17769"/>
                  <a:pt x="20286" y="18953"/>
                </a:cubicBezTo>
                <a:cubicBezTo>
                  <a:pt x="15547" y="20138"/>
                  <a:pt x="11105" y="21766"/>
                  <a:pt x="7107" y="23839"/>
                </a:cubicBezTo>
                <a:lnTo>
                  <a:pt x="7107" y="4146"/>
                </a:lnTo>
                <a:cubicBezTo>
                  <a:pt x="12586" y="2813"/>
                  <a:pt x="18065" y="1777"/>
                  <a:pt x="23691" y="1036"/>
                </a:cubicBezTo>
                <a:cubicBezTo>
                  <a:pt x="29318" y="444"/>
                  <a:pt x="34945" y="0"/>
                  <a:pt x="40571" y="0"/>
                </a:cubicBezTo>
                <a:cubicBezTo>
                  <a:pt x="55082" y="0"/>
                  <a:pt x="65595" y="2961"/>
                  <a:pt x="72111" y="8736"/>
                </a:cubicBezTo>
                <a:cubicBezTo>
                  <a:pt x="78626" y="14511"/>
                  <a:pt x="81883" y="23839"/>
                  <a:pt x="81883" y="367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0A7AF-F5C5-4A96-BB38-A29F9B47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94" y="2954825"/>
            <a:ext cx="81439" cy="82920"/>
          </a:xfrm>
          <a:custGeom xmlns:a="http://schemas.openxmlformats.org/drawingml/2006/main">
            <a:pathLst>
              <a:path w="81439" h="82920">
                <a:moveTo>
                  <a:pt x="81439" y="33612"/>
                </a:moveTo>
                <a:lnTo>
                  <a:pt x="81439" y="82920"/>
                </a:lnTo>
                <a:lnTo>
                  <a:pt x="55379" y="82920"/>
                </a:lnTo>
                <a:lnTo>
                  <a:pt x="55379" y="74924"/>
                </a:lnTo>
                <a:lnTo>
                  <a:pt x="55379" y="45162"/>
                </a:lnTo>
                <a:cubicBezTo>
                  <a:pt x="55379" y="38202"/>
                  <a:pt x="55231" y="33464"/>
                  <a:pt x="54934" y="30799"/>
                </a:cubicBezTo>
                <a:cubicBezTo>
                  <a:pt x="54638" y="28134"/>
                  <a:pt x="54046" y="26209"/>
                  <a:pt x="53306" y="24876"/>
                </a:cubicBezTo>
                <a:cubicBezTo>
                  <a:pt x="52269" y="23247"/>
                  <a:pt x="50936" y="21915"/>
                  <a:pt x="49160" y="21026"/>
                </a:cubicBezTo>
                <a:cubicBezTo>
                  <a:pt x="47383" y="20138"/>
                  <a:pt x="45310" y="19545"/>
                  <a:pt x="43237" y="19545"/>
                </a:cubicBezTo>
                <a:cubicBezTo>
                  <a:pt x="37758" y="19545"/>
                  <a:pt x="33464" y="21618"/>
                  <a:pt x="30503" y="25764"/>
                </a:cubicBezTo>
                <a:cubicBezTo>
                  <a:pt x="27393" y="29910"/>
                  <a:pt x="25912" y="35685"/>
                  <a:pt x="25912" y="43089"/>
                </a:cubicBezTo>
                <a:lnTo>
                  <a:pt x="25912" y="82920"/>
                </a:lnTo>
                <a:lnTo>
                  <a:pt x="0" y="82920"/>
                </a:lnTo>
                <a:lnTo>
                  <a:pt x="0" y="1925"/>
                </a:lnTo>
                <a:lnTo>
                  <a:pt x="25912" y="1925"/>
                </a:lnTo>
                <a:lnTo>
                  <a:pt x="25912" y="13771"/>
                </a:lnTo>
                <a:cubicBezTo>
                  <a:pt x="29762" y="9032"/>
                  <a:pt x="33760" y="5627"/>
                  <a:pt x="38202" y="3406"/>
                </a:cubicBezTo>
                <a:cubicBezTo>
                  <a:pt x="42644" y="1185"/>
                  <a:pt x="47531" y="0"/>
                  <a:pt x="52861" y="0"/>
                </a:cubicBezTo>
                <a:cubicBezTo>
                  <a:pt x="62190" y="0"/>
                  <a:pt x="69297" y="2961"/>
                  <a:pt x="74184" y="8588"/>
                </a:cubicBezTo>
                <a:cubicBezTo>
                  <a:pt x="78922" y="14363"/>
                  <a:pt x="81439" y="22655"/>
                  <a:pt x="81439" y="3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09D5A-56C8-41FB-BE98-544D636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004" y="186684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CBDDC0-DB2A-46FA-8CC5-49EBF2BF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396" y="186684"/>
            <a:ext cx="84845" cy="111794"/>
          </a:xfrm>
          <a:custGeom xmlns:a="http://schemas.openxmlformats.org/drawingml/2006/main">
            <a:pathLst>
              <a:path w="84845" h="111794">
                <a:moveTo>
                  <a:pt x="42496" y="61598"/>
                </a:moveTo>
                <a:cubicBezTo>
                  <a:pt x="37166" y="61598"/>
                  <a:pt x="33168" y="63078"/>
                  <a:pt x="30503" y="65892"/>
                </a:cubicBezTo>
                <a:cubicBezTo>
                  <a:pt x="27689" y="68705"/>
                  <a:pt x="26357" y="72703"/>
                  <a:pt x="26357" y="78033"/>
                </a:cubicBezTo>
                <a:cubicBezTo>
                  <a:pt x="26357" y="83364"/>
                  <a:pt x="27689" y="87510"/>
                  <a:pt x="30503" y="90323"/>
                </a:cubicBezTo>
                <a:cubicBezTo>
                  <a:pt x="33168" y="93137"/>
                  <a:pt x="37166" y="94469"/>
                  <a:pt x="42496" y="94469"/>
                </a:cubicBezTo>
                <a:cubicBezTo>
                  <a:pt x="47531" y="94469"/>
                  <a:pt x="51529" y="93137"/>
                  <a:pt x="54342" y="90323"/>
                </a:cubicBezTo>
                <a:cubicBezTo>
                  <a:pt x="57007" y="87510"/>
                  <a:pt x="58488" y="83364"/>
                  <a:pt x="58488" y="78033"/>
                </a:cubicBezTo>
                <a:cubicBezTo>
                  <a:pt x="58488" y="72703"/>
                  <a:pt x="57007" y="68705"/>
                  <a:pt x="54342" y="65892"/>
                </a:cubicBezTo>
                <a:cubicBezTo>
                  <a:pt x="51529" y="63078"/>
                  <a:pt x="47531" y="61598"/>
                  <a:pt x="42496" y="61598"/>
                </a:cubicBezTo>
                <a:close/>
                <a:moveTo>
                  <a:pt x="22211" y="52417"/>
                </a:moveTo>
                <a:cubicBezTo>
                  <a:pt x="15696" y="50492"/>
                  <a:pt x="10661" y="47531"/>
                  <a:pt x="7404" y="43385"/>
                </a:cubicBezTo>
                <a:cubicBezTo>
                  <a:pt x="3998" y="39239"/>
                  <a:pt x="2369" y="34204"/>
                  <a:pt x="2369" y="27985"/>
                </a:cubicBezTo>
                <a:cubicBezTo>
                  <a:pt x="2369" y="18805"/>
                  <a:pt x="5775" y="11846"/>
                  <a:pt x="12586" y="7107"/>
                </a:cubicBezTo>
                <a:cubicBezTo>
                  <a:pt x="19397" y="2369"/>
                  <a:pt x="29318" y="0"/>
                  <a:pt x="42496" y="0"/>
                </a:cubicBezTo>
                <a:cubicBezTo>
                  <a:pt x="55527" y="0"/>
                  <a:pt x="65447" y="2369"/>
                  <a:pt x="72259" y="7107"/>
                </a:cubicBezTo>
                <a:cubicBezTo>
                  <a:pt x="79070" y="11846"/>
                  <a:pt x="82476" y="18805"/>
                  <a:pt x="82476" y="27985"/>
                </a:cubicBezTo>
                <a:cubicBezTo>
                  <a:pt x="82476" y="34204"/>
                  <a:pt x="80699" y="39239"/>
                  <a:pt x="77441" y="43385"/>
                </a:cubicBezTo>
                <a:cubicBezTo>
                  <a:pt x="74036" y="47531"/>
                  <a:pt x="69149" y="50492"/>
                  <a:pt x="62634" y="52417"/>
                </a:cubicBezTo>
                <a:cubicBezTo>
                  <a:pt x="69890" y="54490"/>
                  <a:pt x="75368" y="57748"/>
                  <a:pt x="79218" y="62338"/>
                </a:cubicBezTo>
                <a:cubicBezTo>
                  <a:pt x="82920" y="66928"/>
                  <a:pt x="84845" y="72703"/>
                  <a:pt x="84845" y="79514"/>
                </a:cubicBezTo>
                <a:cubicBezTo>
                  <a:pt x="84845" y="90175"/>
                  <a:pt x="81291" y="98319"/>
                  <a:pt x="74184" y="103650"/>
                </a:cubicBezTo>
                <a:cubicBezTo>
                  <a:pt x="67076" y="109128"/>
                  <a:pt x="56415" y="111794"/>
                  <a:pt x="42496" y="111794"/>
                </a:cubicBezTo>
                <a:cubicBezTo>
                  <a:pt x="28430" y="111794"/>
                  <a:pt x="17769" y="109128"/>
                  <a:pt x="10661" y="103650"/>
                </a:cubicBezTo>
                <a:cubicBezTo>
                  <a:pt x="3554" y="98319"/>
                  <a:pt x="0" y="90175"/>
                  <a:pt x="0" y="79514"/>
                </a:cubicBezTo>
                <a:cubicBezTo>
                  <a:pt x="0" y="72703"/>
                  <a:pt x="1777" y="66928"/>
                  <a:pt x="5627" y="62338"/>
                </a:cubicBezTo>
                <a:cubicBezTo>
                  <a:pt x="9328" y="57748"/>
                  <a:pt x="14807" y="54490"/>
                  <a:pt x="22211" y="52417"/>
                </a:cubicBezTo>
                <a:close/>
                <a:moveTo>
                  <a:pt x="28726" y="30799"/>
                </a:moveTo>
                <a:cubicBezTo>
                  <a:pt x="28726" y="35093"/>
                  <a:pt x="29910" y="38350"/>
                  <a:pt x="32279" y="40720"/>
                </a:cubicBezTo>
                <a:cubicBezTo>
                  <a:pt x="34649" y="43089"/>
                  <a:pt x="38054" y="44125"/>
                  <a:pt x="42496" y="44125"/>
                </a:cubicBezTo>
                <a:cubicBezTo>
                  <a:pt x="46790" y="44125"/>
                  <a:pt x="50196" y="43089"/>
                  <a:pt x="52565" y="40720"/>
                </a:cubicBezTo>
                <a:cubicBezTo>
                  <a:pt x="54934" y="38350"/>
                  <a:pt x="56119" y="35093"/>
                  <a:pt x="56119" y="30799"/>
                </a:cubicBezTo>
                <a:cubicBezTo>
                  <a:pt x="56119" y="26505"/>
                  <a:pt x="54934" y="23247"/>
                  <a:pt x="52565" y="20878"/>
                </a:cubicBezTo>
                <a:cubicBezTo>
                  <a:pt x="50196" y="18657"/>
                  <a:pt x="46790" y="17472"/>
                  <a:pt x="42496" y="17472"/>
                </a:cubicBezTo>
                <a:cubicBezTo>
                  <a:pt x="38054" y="17472"/>
                  <a:pt x="34649" y="18657"/>
                  <a:pt x="32279" y="21026"/>
                </a:cubicBezTo>
                <a:cubicBezTo>
                  <a:pt x="29910" y="23395"/>
                  <a:pt x="28726" y="26653"/>
                  <a:pt x="28726" y="3079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371AB-E064-47E2-9009-314CE517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262" y="186684"/>
            <a:ext cx="84845" cy="111794"/>
          </a:xfrm>
          <a:custGeom xmlns:a="http://schemas.openxmlformats.org/drawingml/2006/main">
            <a:pathLst>
              <a:path w="84845" h="111794">
                <a:moveTo>
                  <a:pt x="42496" y="61598"/>
                </a:moveTo>
                <a:cubicBezTo>
                  <a:pt x="37166" y="61598"/>
                  <a:pt x="33168" y="63078"/>
                  <a:pt x="30503" y="65892"/>
                </a:cubicBezTo>
                <a:cubicBezTo>
                  <a:pt x="27689" y="68705"/>
                  <a:pt x="26357" y="72703"/>
                  <a:pt x="26357" y="78033"/>
                </a:cubicBezTo>
                <a:cubicBezTo>
                  <a:pt x="26357" y="83364"/>
                  <a:pt x="27689" y="87510"/>
                  <a:pt x="30503" y="90323"/>
                </a:cubicBezTo>
                <a:cubicBezTo>
                  <a:pt x="33168" y="93137"/>
                  <a:pt x="37166" y="94469"/>
                  <a:pt x="42496" y="94469"/>
                </a:cubicBezTo>
                <a:cubicBezTo>
                  <a:pt x="47531" y="94469"/>
                  <a:pt x="51529" y="93137"/>
                  <a:pt x="54342" y="90323"/>
                </a:cubicBezTo>
                <a:cubicBezTo>
                  <a:pt x="57007" y="87510"/>
                  <a:pt x="58488" y="83364"/>
                  <a:pt x="58488" y="78033"/>
                </a:cubicBezTo>
                <a:cubicBezTo>
                  <a:pt x="58488" y="72703"/>
                  <a:pt x="57007" y="68705"/>
                  <a:pt x="54342" y="65892"/>
                </a:cubicBezTo>
                <a:cubicBezTo>
                  <a:pt x="51529" y="63078"/>
                  <a:pt x="47531" y="61598"/>
                  <a:pt x="42496" y="61598"/>
                </a:cubicBezTo>
                <a:close/>
                <a:moveTo>
                  <a:pt x="22211" y="52417"/>
                </a:moveTo>
                <a:cubicBezTo>
                  <a:pt x="15696" y="50492"/>
                  <a:pt x="10661" y="47531"/>
                  <a:pt x="7404" y="43385"/>
                </a:cubicBezTo>
                <a:cubicBezTo>
                  <a:pt x="3998" y="39239"/>
                  <a:pt x="2369" y="34204"/>
                  <a:pt x="2369" y="27985"/>
                </a:cubicBezTo>
                <a:cubicBezTo>
                  <a:pt x="2369" y="18805"/>
                  <a:pt x="5775" y="11846"/>
                  <a:pt x="12586" y="7107"/>
                </a:cubicBezTo>
                <a:cubicBezTo>
                  <a:pt x="19397" y="2369"/>
                  <a:pt x="29318" y="0"/>
                  <a:pt x="42496" y="0"/>
                </a:cubicBezTo>
                <a:cubicBezTo>
                  <a:pt x="55527" y="0"/>
                  <a:pt x="65447" y="2369"/>
                  <a:pt x="72259" y="7107"/>
                </a:cubicBezTo>
                <a:cubicBezTo>
                  <a:pt x="79070" y="11846"/>
                  <a:pt x="82476" y="18805"/>
                  <a:pt x="82476" y="27985"/>
                </a:cubicBezTo>
                <a:cubicBezTo>
                  <a:pt x="82476" y="34204"/>
                  <a:pt x="80699" y="39239"/>
                  <a:pt x="77441" y="43385"/>
                </a:cubicBezTo>
                <a:cubicBezTo>
                  <a:pt x="74036" y="47531"/>
                  <a:pt x="69149" y="50492"/>
                  <a:pt x="62634" y="52417"/>
                </a:cubicBezTo>
                <a:cubicBezTo>
                  <a:pt x="69890" y="54490"/>
                  <a:pt x="75368" y="57748"/>
                  <a:pt x="79218" y="62338"/>
                </a:cubicBezTo>
                <a:cubicBezTo>
                  <a:pt x="82920" y="66928"/>
                  <a:pt x="84845" y="72703"/>
                  <a:pt x="84845" y="79514"/>
                </a:cubicBezTo>
                <a:cubicBezTo>
                  <a:pt x="84845" y="90175"/>
                  <a:pt x="81291" y="98319"/>
                  <a:pt x="74184" y="103650"/>
                </a:cubicBezTo>
                <a:cubicBezTo>
                  <a:pt x="67076" y="109128"/>
                  <a:pt x="56415" y="111794"/>
                  <a:pt x="42496" y="111794"/>
                </a:cubicBezTo>
                <a:cubicBezTo>
                  <a:pt x="28430" y="111794"/>
                  <a:pt x="17769" y="109128"/>
                  <a:pt x="10661" y="103650"/>
                </a:cubicBezTo>
                <a:cubicBezTo>
                  <a:pt x="3554" y="98319"/>
                  <a:pt x="0" y="90175"/>
                  <a:pt x="0" y="79514"/>
                </a:cubicBezTo>
                <a:cubicBezTo>
                  <a:pt x="0" y="72703"/>
                  <a:pt x="1777" y="66928"/>
                  <a:pt x="5627" y="62338"/>
                </a:cubicBezTo>
                <a:cubicBezTo>
                  <a:pt x="9328" y="57748"/>
                  <a:pt x="14807" y="54490"/>
                  <a:pt x="22211" y="52417"/>
                </a:cubicBezTo>
                <a:close/>
                <a:moveTo>
                  <a:pt x="28726" y="30799"/>
                </a:moveTo>
                <a:cubicBezTo>
                  <a:pt x="28726" y="35093"/>
                  <a:pt x="29910" y="38350"/>
                  <a:pt x="32279" y="40720"/>
                </a:cubicBezTo>
                <a:cubicBezTo>
                  <a:pt x="34649" y="43089"/>
                  <a:pt x="38054" y="44125"/>
                  <a:pt x="42496" y="44125"/>
                </a:cubicBezTo>
                <a:cubicBezTo>
                  <a:pt x="46790" y="44125"/>
                  <a:pt x="50196" y="43089"/>
                  <a:pt x="52565" y="40720"/>
                </a:cubicBezTo>
                <a:cubicBezTo>
                  <a:pt x="54934" y="38350"/>
                  <a:pt x="56119" y="35093"/>
                  <a:pt x="56119" y="30799"/>
                </a:cubicBezTo>
                <a:cubicBezTo>
                  <a:pt x="56119" y="26505"/>
                  <a:pt x="54934" y="23247"/>
                  <a:pt x="52565" y="20878"/>
                </a:cubicBezTo>
                <a:cubicBezTo>
                  <a:pt x="50196" y="18657"/>
                  <a:pt x="46790" y="17472"/>
                  <a:pt x="42496" y="17472"/>
                </a:cubicBezTo>
                <a:cubicBezTo>
                  <a:pt x="38054" y="17472"/>
                  <a:pt x="34649" y="18657"/>
                  <a:pt x="32279" y="21026"/>
                </a:cubicBezTo>
                <a:cubicBezTo>
                  <a:pt x="29910" y="23395"/>
                  <a:pt x="28726" y="26653"/>
                  <a:pt x="28726" y="3079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743A6-7D15-4026-A658-F24E7E9F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208" y="188609"/>
            <a:ext cx="81291" cy="107944"/>
          </a:xfrm>
          <a:custGeom xmlns:a="http://schemas.openxmlformats.org/drawingml/2006/main">
            <a:pathLst>
              <a:path w="81291" h="107944">
                <a:moveTo>
                  <a:pt x="0" y="0"/>
                </a:moveTo>
                <a:lnTo>
                  <a:pt x="81291" y="0"/>
                </a:lnTo>
                <a:lnTo>
                  <a:pt x="81291" y="15696"/>
                </a:lnTo>
                <a:lnTo>
                  <a:pt x="39239" y="107944"/>
                </a:lnTo>
                <a:lnTo>
                  <a:pt x="12142" y="107944"/>
                </a:lnTo>
                <a:lnTo>
                  <a:pt x="51973" y="20434"/>
                </a:lnTo>
                <a:lnTo>
                  <a:pt x="0" y="2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134DA-0DA9-4ED4-B20C-0F277984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185" y="186684"/>
            <a:ext cx="84845" cy="111794"/>
          </a:xfrm>
          <a:custGeom xmlns:a="http://schemas.openxmlformats.org/drawingml/2006/main">
            <a:pathLst>
              <a:path w="84845" h="111794">
                <a:moveTo>
                  <a:pt x="42496" y="61598"/>
                </a:moveTo>
                <a:cubicBezTo>
                  <a:pt x="37166" y="61598"/>
                  <a:pt x="33168" y="63078"/>
                  <a:pt x="30503" y="65892"/>
                </a:cubicBezTo>
                <a:cubicBezTo>
                  <a:pt x="27689" y="68705"/>
                  <a:pt x="26357" y="72703"/>
                  <a:pt x="26357" y="78033"/>
                </a:cubicBezTo>
                <a:cubicBezTo>
                  <a:pt x="26357" y="83364"/>
                  <a:pt x="27689" y="87510"/>
                  <a:pt x="30503" y="90323"/>
                </a:cubicBezTo>
                <a:cubicBezTo>
                  <a:pt x="33168" y="93137"/>
                  <a:pt x="37166" y="94469"/>
                  <a:pt x="42496" y="94469"/>
                </a:cubicBezTo>
                <a:cubicBezTo>
                  <a:pt x="47531" y="94469"/>
                  <a:pt x="51529" y="93137"/>
                  <a:pt x="54342" y="90323"/>
                </a:cubicBezTo>
                <a:cubicBezTo>
                  <a:pt x="57007" y="87510"/>
                  <a:pt x="58488" y="83364"/>
                  <a:pt x="58488" y="78033"/>
                </a:cubicBezTo>
                <a:cubicBezTo>
                  <a:pt x="58488" y="72703"/>
                  <a:pt x="57007" y="68705"/>
                  <a:pt x="54342" y="65892"/>
                </a:cubicBezTo>
                <a:cubicBezTo>
                  <a:pt x="51529" y="63078"/>
                  <a:pt x="47531" y="61598"/>
                  <a:pt x="42496" y="61598"/>
                </a:cubicBezTo>
                <a:close/>
                <a:moveTo>
                  <a:pt x="22211" y="52417"/>
                </a:moveTo>
                <a:cubicBezTo>
                  <a:pt x="15696" y="50492"/>
                  <a:pt x="10661" y="47531"/>
                  <a:pt x="7404" y="43385"/>
                </a:cubicBezTo>
                <a:cubicBezTo>
                  <a:pt x="3998" y="39239"/>
                  <a:pt x="2369" y="34204"/>
                  <a:pt x="2369" y="27985"/>
                </a:cubicBezTo>
                <a:cubicBezTo>
                  <a:pt x="2369" y="18805"/>
                  <a:pt x="5775" y="11846"/>
                  <a:pt x="12586" y="7107"/>
                </a:cubicBezTo>
                <a:cubicBezTo>
                  <a:pt x="19397" y="2369"/>
                  <a:pt x="29318" y="0"/>
                  <a:pt x="42496" y="0"/>
                </a:cubicBezTo>
                <a:cubicBezTo>
                  <a:pt x="55527" y="0"/>
                  <a:pt x="65447" y="2369"/>
                  <a:pt x="72259" y="7107"/>
                </a:cubicBezTo>
                <a:cubicBezTo>
                  <a:pt x="79070" y="11846"/>
                  <a:pt x="82476" y="18805"/>
                  <a:pt x="82476" y="27985"/>
                </a:cubicBezTo>
                <a:cubicBezTo>
                  <a:pt x="82476" y="34204"/>
                  <a:pt x="80699" y="39239"/>
                  <a:pt x="77441" y="43385"/>
                </a:cubicBezTo>
                <a:cubicBezTo>
                  <a:pt x="74036" y="47531"/>
                  <a:pt x="69149" y="50492"/>
                  <a:pt x="62634" y="52417"/>
                </a:cubicBezTo>
                <a:cubicBezTo>
                  <a:pt x="69890" y="54490"/>
                  <a:pt x="75368" y="57748"/>
                  <a:pt x="79218" y="62338"/>
                </a:cubicBezTo>
                <a:cubicBezTo>
                  <a:pt x="82920" y="66928"/>
                  <a:pt x="84845" y="72703"/>
                  <a:pt x="84845" y="79514"/>
                </a:cubicBezTo>
                <a:cubicBezTo>
                  <a:pt x="84845" y="90175"/>
                  <a:pt x="81291" y="98319"/>
                  <a:pt x="74184" y="103650"/>
                </a:cubicBezTo>
                <a:cubicBezTo>
                  <a:pt x="67076" y="109128"/>
                  <a:pt x="56415" y="111794"/>
                  <a:pt x="42496" y="111794"/>
                </a:cubicBezTo>
                <a:cubicBezTo>
                  <a:pt x="28430" y="111794"/>
                  <a:pt x="17769" y="109128"/>
                  <a:pt x="10661" y="103650"/>
                </a:cubicBezTo>
                <a:cubicBezTo>
                  <a:pt x="3554" y="98319"/>
                  <a:pt x="0" y="90175"/>
                  <a:pt x="0" y="79514"/>
                </a:cubicBezTo>
                <a:cubicBezTo>
                  <a:pt x="0" y="72703"/>
                  <a:pt x="1777" y="66928"/>
                  <a:pt x="5627" y="62338"/>
                </a:cubicBezTo>
                <a:cubicBezTo>
                  <a:pt x="9328" y="57748"/>
                  <a:pt x="14807" y="54490"/>
                  <a:pt x="22211" y="52417"/>
                </a:cubicBezTo>
                <a:close/>
                <a:moveTo>
                  <a:pt x="28726" y="30799"/>
                </a:moveTo>
                <a:cubicBezTo>
                  <a:pt x="28726" y="35093"/>
                  <a:pt x="29910" y="38350"/>
                  <a:pt x="32279" y="40720"/>
                </a:cubicBezTo>
                <a:cubicBezTo>
                  <a:pt x="34649" y="43089"/>
                  <a:pt x="38054" y="44125"/>
                  <a:pt x="42496" y="44125"/>
                </a:cubicBezTo>
                <a:cubicBezTo>
                  <a:pt x="46790" y="44125"/>
                  <a:pt x="50196" y="43089"/>
                  <a:pt x="52565" y="40720"/>
                </a:cubicBezTo>
                <a:cubicBezTo>
                  <a:pt x="54934" y="38350"/>
                  <a:pt x="56119" y="35093"/>
                  <a:pt x="56119" y="30799"/>
                </a:cubicBezTo>
                <a:cubicBezTo>
                  <a:pt x="56119" y="26505"/>
                  <a:pt x="54934" y="23247"/>
                  <a:pt x="52565" y="20878"/>
                </a:cubicBezTo>
                <a:cubicBezTo>
                  <a:pt x="50196" y="18657"/>
                  <a:pt x="46790" y="17472"/>
                  <a:pt x="42496" y="17472"/>
                </a:cubicBezTo>
                <a:cubicBezTo>
                  <a:pt x="38054" y="17472"/>
                  <a:pt x="34649" y="18657"/>
                  <a:pt x="32279" y="21026"/>
                </a:cubicBezTo>
                <a:cubicBezTo>
                  <a:pt x="29910" y="23395"/>
                  <a:pt x="28726" y="26653"/>
                  <a:pt x="28726" y="3079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06AAB-5B3A-4BA8-8DE2-0D600D92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131" y="188609"/>
            <a:ext cx="81291" cy="107944"/>
          </a:xfrm>
          <a:custGeom xmlns:a="http://schemas.openxmlformats.org/drawingml/2006/main">
            <a:pathLst>
              <a:path w="81291" h="107944">
                <a:moveTo>
                  <a:pt x="0" y="0"/>
                </a:moveTo>
                <a:lnTo>
                  <a:pt x="81291" y="0"/>
                </a:lnTo>
                <a:lnTo>
                  <a:pt x="81291" y="15696"/>
                </a:lnTo>
                <a:lnTo>
                  <a:pt x="39239" y="107944"/>
                </a:lnTo>
                <a:lnTo>
                  <a:pt x="12142" y="107944"/>
                </a:lnTo>
                <a:lnTo>
                  <a:pt x="51973" y="20434"/>
                </a:lnTo>
                <a:lnTo>
                  <a:pt x="0" y="2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BCA16-F36E-422C-AA55-DD8A853C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808" y="188609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600F8-9820-44DD-B388-1180C0ED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166" y="186684"/>
            <a:ext cx="84845" cy="111794"/>
          </a:xfrm>
          <a:custGeom xmlns:a="http://schemas.openxmlformats.org/drawingml/2006/main">
            <a:pathLst>
              <a:path w="84845" h="111794">
                <a:moveTo>
                  <a:pt x="42496" y="61598"/>
                </a:moveTo>
                <a:cubicBezTo>
                  <a:pt x="37166" y="61598"/>
                  <a:pt x="33168" y="63078"/>
                  <a:pt x="30503" y="65892"/>
                </a:cubicBezTo>
                <a:cubicBezTo>
                  <a:pt x="27689" y="68705"/>
                  <a:pt x="26357" y="72703"/>
                  <a:pt x="26357" y="78033"/>
                </a:cubicBezTo>
                <a:cubicBezTo>
                  <a:pt x="26357" y="83364"/>
                  <a:pt x="27689" y="87510"/>
                  <a:pt x="30503" y="90323"/>
                </a:cubicBezTo>
                <a:cubicBezTo>
                  <a:pt x="33168" y="93137"/>
                  <a:pt x="37166" y="94469"/>
                  <a:pt x="42496" y="94469"/>
                </a:cubicBezTo>
                <a:cubicBezTo>
                  <a:pt x="47531" y="94469"/>
                  <a:pt x="51529" y="93137"/>
                  <a:pt x="54342" y="90323"/>
                </a:cubicBezTo>
                <a:cubicBezTo>
                  <a:pt x="57007" y="87510"/>
                  <a:pt x="58488" y="83364"/>
                  <a:pt x="58488" y="78033"/>
                </a:cubicBezTo>
                <a:cubicBezTo>
                  <a:pt x="58488" y="72703"/>
                  <a:pt x="57007" y="68705"/>
                  <a:pt x="54342" y="65892"/>
                </a:cubicBezTo>
                <a:cubicBezTo>
                  <a:pt x="51529" y="63078"/>
                  <a:pt x="47531" y="61598"/>
                  <a:pt x="42496" y="61598"/>
                </a:cubicBezTo>
                <a:close/>
                <a:moveTo>
                  <a:pt x="22211" y="52417"/>
                </a:moveTo>
                <a:cubicBezTo>
                  <a:pt x="15696" y="50492"/>
                  <a:pt x="10661" y="47531"/>
                  <a:pt x="7404" y="43385"/>
                </a:cubicBezTo>
                <a:cubicBezTo>
                  <a:pt x="3998" y="39239"/>
                  <a:pt x="2369" y="34204"/>
                  <a:pt x="2369" y="27985"/>
                </a:cubicBezTo>
                <a:cubicBezTo>
                  <a:pt x="2369" y="18805"/>
                  <a:pt x="5775" y="11846"/>
                  <a:pt x="12586" y="7107"/>
                </a:cubicBezTo>
                <a:cubicBezTo>
                  <a:pt x="19397" y="2369"/>
                  <a:pt x="29318" y="0"/>
                  <a:pt x="42496" y="0"/>
                </a:cubicBezTo>
                <a:cubicBezTo>
                  <a:pt x="55527" y="0"/>
                  <a:pt x="65447" y="2369"/>
                  <a:pt x="72259" y="7107"/>
                </a:cubicBezTo>
                <a:cubicBezTo>
                  <a:pt x="79070" y="11846"/>
                  <a:pt x="82476" y="18805"/>
                  <a:pt x="82476" y="27985"/>
                </a:cubicBezTo>
                <a:cubicBezTo>
                  <a:pt x="82476" y="34204"/>
                  <a:pt x="80699" y="39239"/>
                  <a:pt x="77441" y="43385"/>
                </a:cubicBezTo>
                <a:cubicBezTo>
                  <a:pt x="74036" y="47531"/>
                  <a:pt x="69149" y="50492"/>
                  <a:pt x="62634" y="52417"/>
                </a:cubicBezTo>
                <a:cubicBezTo>
                  <a:pt x="69890" y="54490"/>
                  <a:pt x="75368" y="57748"/>
                  <a:pt x="79218" y="62338"/>
                </a:cubicBezTo>
                <a:cubicBezTo>
                  <a:pt x="82920" y="66928"/>
                  <a:pt x="84845" y="72703"/>
                  <a:pt x="84845" y="79514"/>
                </a:cubicBezTo>
                <a:cubicBezTo>
                  <a:pt x="84845" y="90175"/>
                  <a:pt x="81291" y="98319"/>
                  <a:pt x="74184" y="103650"/>
                </a:cubicBezTo>
                <a:cubicBezTo>
                  <a:pt x="67076" y="109128"/>
                  <a:pt x="56415" y="111794"/>
                  <a:pt x="42496" y="111794"/>
                </a:cubicBezTo>
                <a:cubicBezTo>
                  <a:pt x="28430" y="111794"/>
                  <a:pt x="17769" y="109128"/>
                  <a:pt x="10661" y="103650"/>
                </a:cubicBezTo>
                <a:cubicBezTo>
                  <a:pt x="3554" y="98319"/>
                  <a:pt x="0" y="90175"/>
                  <a:pt x="0" y="79514"/>
                </a:cubicBezTo>
                <a:cubicBezTo>
                  <a:pt x="0" y="72703"/>
                  <a:pt x="1777" y="66928"/>
                  <a:pt x="5627" y="62338"/>
                </a:cubicBezTo>
                <a:cubicBezTo>
                  <a:pt x="9328" y="57748"/>
                  <a:pt x="14807" y="54490"/>
                  <a:pt x="22211" y="52417"/>
                </a:cubicBezTo>
                <a:close/>
                <a:moveTo>
                  <a:pt x="28726" y="30799"/>
                </a:moveTo>
                <a:cubicBezTo>
                  <a:pt x="28726" y="35093"/>
                  <a:pt x="29910" y="38350"/>
                  <a:pt x="32279" y="40720"/>
                </a:cubicBezTo>
                <a:cubicBezTo>
                  <a:pt x="34649" y="43089"/>
                  <a:pt x="38054" y="44125"/>
                  <a:pt x="42496" y="44125"/>
                </a:cubicBezTo>
                <a:cubicBezTo>
                  <a:pt x="46790" y="44125"/>
                  <a:pt x="50196" y="43089"/>
                  <a:pt x="52565" y="40720"/>
                </a:cubicBezTo>
                <a:cubicBezTo>
                  <a:pt x="54934" y="38350"/>
                  <a:pt x="56119" y="35093"/>
                  <a:pt x="56119" y="30799"/>
                </a:cubicBezTo>
                <a:cubicBezTo>
                  <a:pt x="56119" y="26505"/>
                  <a:pt x="54934" y="23247"/>
                  <a:pt x="52565" y="20878"/>
                </a:cubicBezTo>
                <a:cubicBezTo>
                  <a:pt x="50196" y="18657"/>
                  <a:pt x="46790" y="17472"/>
                  <a:pt x="42496" y="17472"/>
                </a:cubicBezTo>
                <a:cubicBezTo>
                  <a:pt x="38054" y="17472"/>
                  <a:pt x="34649" y="18657"/>
                  <a:pt x="32279" y="21026"/>
                </a:cubicBezTo>
                <a:cubicBezTo>
                  <a:pt x="29910" y="23395"/>
                  <a:pt x="28726" y="26653"/>
                  <a:pt x="28726" y="3079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F8A60-079E-4ADF-BC4A-0D8FA98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697" y="186684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C7309-3F70-4C05-A0CB-DB5560E9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720" y="188609"/>
            <a:ext cx="89583" cy="107944"/>
          </a:xfrm>
          <a:custGeom xmlns:a="http://schemas.openxmlformats.org/drawingml/2006/main">
            <a:pathLst>
              <a:path w="89583" h="107944">
                <a:moveTo>
                  <a:pt x="47827" y="22951"/>
                </a:moveTo>
                <a:lnTo>
                  <a:pt x="17324" y="68113"/>
                </a:lnTo>
                <a:lnTo>
                  <a:pt x="47827" y="68113"/>
                </a:lnTo>
                <a:lnTo>
                  <a:pt x="47827" y="22951"/>
                </a:lnTo>
                <a:close/>
                <a:moveTo>
                  <a:pt x="43237" y="0"/>
                </a:moveTo>
                <a:lnTo>
                  <a:pt x="74184" y="0"/>
                </a:lnTo>
                <a:lnTo>
                  <a:pt x="74184" y="68113"/>
                </a:lnTo>
                <a:lnTo>
                  <a:pt x="89583" y="68113"/>
                </a:lnTo>
                <a:lnTo>
                  <a:pt x="89583" y="88250"/>
                </a:lnTo>
                <a:lnTo>
                  <a:pt x="74184" y="88250"/>
                </a:lnTo>
                <a:lnTo>
                  <a:pt x="74184" y="107944"/>
                </a:lnTo>
                <a:lnTo>
                  <a:pt x="47827" y="107944"/>
                </a:lnTo>
                <a:lnTo>
                  <a:pt x="47827" y="88250"/>
                </a:lnTo>
                <a:lnTo>
                  <a:pt x="0" y="88250"/>
                </a:lnTo>
                <a:lnTo>
                  <a:pt x="0" y="64411"/>
                </a:lnTo>
                <a:lnTo>
                  <a:pt x="43237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90502D-E631-42BF-92BE-6A1DFEC7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50" y="188609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007BE-1B14-40AD-B02E-15E618A5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578" y="188609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987B6-09B0-4B5A-BB5C-C357115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635" y="188609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4A4B6-1702-42BA-9F3E-CB9711BA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75" y="188609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E1308-ED2F-4355-8C1E-F360F230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221" y="188609"/>
            <a:ext cx="81291" cy="107944"/>
          </a:xfrm>
          <a:custGeom xmlns:a="http://schemas.openxmlformats.org/drawingml/2006/main">
            <a:pathLst>
              <a:path w="81291" h="107944">
                <a:moveTo>
                  <a:pt x="0" y="0"/>
                </a:moveTo>
                <a:lnTo>
                  <a:pt x="81291" y="0"/>
                </a:lnTo>
                <a:lnTo>
                  <a:pt x="81291" y="15696"/>
                </a:lnTo>
                <a:lnTo>
                  <a:pt x="39239" y="107944"/>
                </a:lnTo>
                <a:lnTo>
                  <a:pt x="12142" y="107944"/>
                </a:lnTo>
                <a:lnTo>
                  <a:pt x="51973" y="20434"/>
                </a:lnTo>
                <a:lnTo>
                  <a:pt x="0" y="2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68308-4F14-4E96-9F74-9AD799DB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759" y="188609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C01DB-C388-441F-8557-2D6A20E0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708" y="580208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E01EC-AC1A-4C4A-BB57-52EEE119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471" y="578283"/>
            <a:ext cx="88843" cy="111794"/>
          </a:xfrm>
          <a:custGeom xmlns:a="http://schemas.openxmlformats.org/drawingml/2006/main">
            <a:pathLst>
              <a:path w="88843" h="111794">
                <a:moveTo>
                  <a:pt x="61005" y="55823"/>
                </a:moveTo>
                <a:cubicBezTo>
                  <a:pt x="61005" y="42348"/>
                  <a:pt x="59673" y="32872"/>
                  <a:pt x="57155" y="27245"/>
                </a:cubicBezTo>
                <a:cubicBezTo>
                  <a:pt x="54638" y="21766"/>
                  <a:pt x="50344" y="18953"/>
                  <a:pt x="44421" y="18953"/>
                </a:cubicBezTo>
                <a:cubicBezTo>
                  <a:pt x="38498" y="18953"/>
                  <a:pt x="34204" y="21766"/>
                  <a:pt x="31687" y="27245"/>
                </a:cubicBezTo>
                <a:cubicBezTo>
                  <a:pt x="29022" y="32872"/>
                  <a:pt x="27837" y="42348"/>
                  <a:pt x="27837" y="55823"/>
                </a:cubicBezTo>
                <a:cubicBezTo>
                  <a:pt x="27837" y="69445"/>
                  <a:pt x="29022" y="79070"/>
                  <a:pt x="31687" y="84697"/>
                </a:cubicBezTo>
                <a:cubicBezTo>
                  <a:pt x="34204" y="90323"/>
                  <a:pt x="38498" y="92989"/>
                  <a:pt x="44421" y="92989"/>
                </a:cubicBezTo>
                <a:cubicBezTo>
                  <a:pt x="50344" y="92989"/>
                  <a:pt x="54490" y="90323"/>
                  <a:pt x="57155" y="84697"/>
                </a:cubicBezTo>
                <a:cubicBezTo>
                  <a:pt x="59673" y="79070"/>
                  <a:pt x="61005" y="69445"/>
                  <a:pt x="61005" y="55823"/>
                </a:cubicBezTo>
                <a:close/>
                <a:moveTo>
                  <a:pt x="88843" y="55971"/>
                </a:moveTo>
                <a:cubicBezTo>
                  <a:pt x="88843" y="73887"/>
                  <a:pt x="84993" y="87658"/>
                  <a:pt x="77293" y="97283"/>
                </a:cubicBezTo>
                <a:cubicBezTo>
                  <a:pt x="69593" y="107055"/>
                  <a:pt x="58636" y="111794"/>
                  <a:pt x="44421" y="111794"/>
                </a:cubicBezTo>
                <a:cubicBezTo>
                  <a:pt x="30206" y="111794"/>
                  <a:pt x="19249" y="107055"/>
                  <a:pt x="11550" y="97283"/>
                </a:cubicBezTo>
                <a:cubicBezTo>
                  <a:pt x="3850" y="87658"/>
                  <a:pt x="0" y="73887"/>
                  <a:pt x="0" y="55971"/>
                </a:cubicBezTo>
                <a:cubicBezTo>
                  <a:pt x="0" y="38202"/>
                  <a:pt x="3850" y="24432"/>
                  <a:pt x="11550" y="14659"/>
                </a:cubicBezTo>
                <a:cubicBezTo>
                  <a:pt x="19249" y="4886"/>
                  <a:pt x="30206" y="0"/>
                  <a:pt x="44421" y="0"/>
                </a:cubicBezTo>
                <a:cubicBezTo>
                  <a:pt x="58636" y="0"/>
                  <a:pt x="69593" y="4886"/>
                  <a:pt x="77293" y="14659"/>
                </a:cubicBezTo>
                <a:cubicBezTo>
                  <a:pt x="84993" y="24432"/>
                  <a:pt x="88843" y="38202"/>
                  <a:pt x="88843" y="5597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6DD5F-9ED1-4707-9C04-330B546D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962" y="580208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81AC87-7434-4091-BD7A-A31CB404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987" y="578431"/>
            <a:ext cx="85881" cy="111646"/>
          </a:xfrm>
          <a:custGeom xmlns:a="http://schemas.openxmlformats.org/drawingml/2006/main">
            <a:pathLst>
              <a:path w="85881" h="111646">
                <a:moveTo>
                  <a:pt x="7107" y="107352"/>
                </a:moveTo>
                <a:lnTo>
                  <a:pt x="7107" y="87362"/>
                </a:lnTo>
                <a:cubicBezTo>
                  <a:pt x="11550" y="89435"/>
                  <a:pt x="15696" y="91064"/>
                  <a:pt x="19842" y="92100"/>
                </a:cubicBezTo>
                <a:cubicBezTo>
                  <a:pt x="23839" y="93137"/>
                  <a:pt x="27837" y="93581"/>
                  <a:pt x="31835" y="93581"/>
                </a:cubicBezTo>
                <a:cubicBezTo>
                  <a:pt x="40127" y="93581"/>
                  <a:pt x="46494" y="91360"/>
                  <a:pt x="51233" y="86770"/>
                </a:cubicBezTo>
                <a:cubicBezTo>
                  <a:pt x="55823" y="82179"/>
                  <a:pt x="58488" y="75368"/>
                  <a:pt x="59377" y="66188"/>
                </a:cubicBezTo>
                <a:cubicBezTo>
                  <a:pt x="56119" y="68557"/>
                  <a:pt x="52565" y="70482"/>
                  <a:pt x="48863" y="71666"/>
                </a:cubicBezTo>
                <a:cubicBezTo>
                  <a:pt x="45162" y="72851"/>
                  <a:pt x="41164" y="73443"/>
                  <a:pt x="36870" y="73443"/>
                </a:cubicBezTo>
                <a:cubicBezTo>
                  <a:pt x="25764" y="73443"/>
                  <a:pt x="16880" y="70334"/>
                  <a:pt x="10069" y="63819"/>
                </a:cubicBezTo>
                <a:cubicBezTo>
                  <a:pt x="3258" y="57452"/>
                  <a:pt x="0" y="49012"/>
                  <a:pt x="0" y="38350"/>
                </a:cubicBezTo>
                <a:cubicBezTo>
                  <a:pt x="0" y="26801"/>
                  <a:pt x="3702" y="17472"/>
                  <a:pt x="11253" y="10513"/>
                </a:cubicBezTo>
                <a:cubicBezTo>
                  <a:pt x="18805" y="3554"/>
                  <a:pt x="28874" y="0"/>
                  <a:pt x="41608" y="0"/>
                </a:cubicBezTo>
                <a:cubicBezTo>
                  <a:pt x="55675" y="0"/>
                  <a:pt x="66632" y="4738"/>
                  <a:pt x="74332" y="14215"/>
                </a:cubicBezTo>
                <a:cubicBezTo>
                  <a:pt x="82031" y="23691"/>
                  <a:pt x="85881" y="37166"/>
                  <a:pt x="85881" y="54490"/>
                </a:cubicBezTo>
                <a:cubicBezTo>
                  <a:pt x="85881" y="72407"/>
                  <a:pt x="81291" y="86474"/>
                  <a:pt x="72259" y="96542"/>
                </a:cubicBezTo>
                <a:cubicBezTo>
                  <a:pt x="63226" y="106611"/>
                  <a:pt x="50936" y="111646"/>
                  <a:pt x="35241" y="111646"/>
                </a:cubicBezTo>
                <a:cubicBezTo>
                  <a:pt x="30206" y="111646"/>
                  <a:pt x="25320" y="111201"/>
                  <a:pt x="20730" y="110609"/>
                </a:cubicBezTo>
                <a:cubicBezTo>
                  <a:pt x="15992" y="109869"/>
                  <a:pt x="11550" y="108832"/>
                  <a:pt x="7107" y="107352"/>
                </a:cubicBezTo>
                <a:close/>
                <a:moveTo>
                  <a:pt x="41460" y="55379"/>
                </a:moveTo>
                <a:cubicBezTo>
                  <a:pt x="46198" y="55379"/>
                  <a:pt x="49900" y="53898"/>
                  <a:pt x="52417" y="50640"/>
                </a:cubicBezTo>
                <a:cubicBezTo>
                  <a:pt x="54786" y="47531"/>
                  <a:pt x="56119" y="42793"/>
                  <a:pt x="56119" y="36425"/>
                </a:cubicBezTo>
                <a:cubicBezTo>
                  <a:pt x="56119" y="30206"/>
                  <a:pt x="54786" y="25468"/>
                  <a:pt x="52417" y="22211"/>
                </a:cubicBezTo>
                <a:cubicBezTo>
                  <a:pt x="49900" y="19101"/>
                  <a:pt x="46198" y="17472"/>
                  <a:pt x="41460" y="17472"/>
                </a:cubicBezTo>
                <a:cubicBezTo>
                  <a:pt x="36574" y="17472"/>
                  <a:pt x="32872" y="19101"/>
                  <a:pt x="30503" y="22211"/>
                </a:cubicBezTo>
                <a:cubicBezTo>
                  <a:pt x="27985" y="25468"/>
                  <a:pt x="26801" y="30206"/>
                  <a:pt x="26801" y="36425"/>
                </a:cubicBezTo>
                <a:cubicBezTo>
                  <a:pt x="26801" y="42793"/>
                  <a:pt x="27985" y="47531"/>
                  <a:pt x="30503" y="50640"/>
                </a:cubicBezTo>
                <a:cubicBezTo>
                  <a:pt x="32872" y="53898"/>
                  <a:pt x="36574" y="55379"/>
                  <a:pt x="41460" y="5537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2CB13-E247-406B-94BC-9EEB89D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554" y="580208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6DA47-EF53-4694-9E25-1E7AF4C6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318" y="578283"/>
            <a:ext cx="88843" cy="111794"/>
          </a:xfrm>
          <a:custGeom xmlns:a="http://schemas.openxmlformats.org/drawingml/2006/main">
            <a:pathLst>
              <a:path w="88843" h="111794">
                <a:moveTo>
                  <a:pt x="61005" y="55823"/>
                </a:moveTo>
                <a:cubicBezTo>
                  <a:pt x="61005" y="42348"/>
                  <a:pt x="59673" y="32872"/>
                  <a:pt x="57155" y="27245"/>
                </a:cubicBezTo>
                <a:cubicBezTo>
                  <a:pt x="54638" y="21766"/>
                  <a:pt x="50344" y="18953"/>
                  <a:pt x="44421" y="18953"/>
                </a:cubicBezTo>
                <a:cubicBezTo>
                  <a:pt x="38498" y="18953"/>
                  <a:pt x="34204" y="21766"/>
                  <a:pt x="31687" y="27245"/>
                </a:cubicBezTo>
                <a:cubicBezTo>
                  <a:pt x="29022" y="32872"/>
                  <a:pt x="27837" y="42348"/>
                  <a:pt x="27837" y="55823"/>
                </a:cubicBezTo>
                <a:cubicBezTo>
                  <a:pt x="27837" y="69445"/>
                  <a:pt x="29022" y="79070"/>
                  <a:pt x="31687" y="84697"/>
                </a:cubicBezTo>
                <a:cubicBezTo>
                  <a:pt x="34204" y="90323"/>
                  <a:pt x="38498" y="92989"/>
                  <a:pt x="44421" y="92989"/>
                </a:cubicBezTo>
                <a:cubicBezTo>
                  <a:pt x="50344" y="92989"/>
                  <a:pt x="54490" y="90323"/>
                  <a:pt x="57155" y="84697"/>
                </a:cubicBezTo>
                <a:cubicBezTo>
                  <a:pt x="59673" y="79070"/>
                  <a:pt x="61005" y="69445"/>
                  <a:pt x="61005" y="55823"/>
                </a:cubicBezTo>
                <a:close/>
                <a:moveTo>
                  <a:pt x="88843" y="55971"/>
                </a:moveTo>
                <a:cubicBezTo>
                  <a:pt x="88843" y="73887"/>
                  <a:pt x="84993" y="87658"/>
                  <a:pt x="77293" y="97283"/>
                </a:cubicBezTo>
                <a:cubicBezTo>
                  <a:pt x="69593" y="107055"/>
                  <a:pt x="58636" y="111794"/>
                  <a:pt x="44421" y="111794"/>
                </a:cubicBezTo>
                <a:cubicBezTo>
                  <a:pt x="30206" y="111794"/>
                  <a:pt x="19249" y="107055"/>
                  <a:pt x="11550" y="97283"/>
                </a:cubicBezTo>
                <a:cubicBezTo>
                  <a:pt x="3850" y="87658"/>
                  <a:pt x="0" y="73887"/>
                  <a:pt x="0" y="55971"/>
                </a:cubicBezTo>
                <a:cubicBezTo>
                  <a:pt x="0" y="38202"/>
                  <a:pt x="3850" y="24432"/>
                  <a:pt x="11550" y="14659"/>
                </a:cubicBezTo>
                <a:cubicBezTo>
                  <a:pt x="19249" y="4886"/>
                  <a:pt x="30206" y="0"/>
                  <a:pt x="44421" y="0"/>
                </a:cubicBezTo>
                <a:cubicBezTo>
                  <a:pt x="58636" y="0"/>
                  <a:pt x="69593" y="4886"/>
                  <a:pt x="77293" y="14659"/>
                </a:cubicBezTo>
                <a:cubicBezTo>
                  <a:pt x="84993" y="24432"/>
                  <a:pt x="88843" y="38202"/>
                  <a:pt x="88843" y="5597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8FE9B-416C-4E46-A6F7-25131475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808" y="580208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96A84-A458-42D3-BDCD-C6086D2D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865" y="580208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AB1BE-4A33-44CE-8808-E99F3EE4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446" y="580208"/>
            <a:ext cx="81291" cy="107944"/>
          </a:xfrm>
          <a:custGeom xmlns:a="http://schemas.openxmlformats.org/drawingml/2006/main">
            <a:pathLst>
              <a:path w="81291" h="107944">
                <a:moveTo>
                  <a:pt x="0" y="0"/>
                </a:moveTo>
                <a:lnTo>
                  <a:pt x="81291" y="0"/>
                </a:lnTo>
                <a:lnTo>
                  <a:pt x="81291" y="15696"/>
                </a:lnTo>
                <a:lnTo>
                  <a:pt x="39239" y="107944"/>
                </a:lnTo>
                <a:lnTo>
                  <a:pt x="12142" y="107944"/>
                </a:lnTo>
                <a:lnTo>
                  <a:pt x="51973" y="20434"/>
                </a:lnTo>
                <a:lnTo>
                  <a:pt x="0" y="2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73BD7-9095-48B3-9012-E5C44E1B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369" y="578283"/>
            <a:ext cx="81291" cy="111794"/>
          </a:xfrm>
          <a:custGeom xmlns:a="http://schemas.openxmlformats.org/drawingml/2006/main">
            <a:pathLst>
              <a:path w="81291" h="111794">
                <a:moveTo>
                  <a:pt x="59080" y="51677"/>
                </a:moveTo>
                <a:cubicBezTo>
                  <a:pt x="66336" y="53602"/>
                  <a:pt x="71814" y="56859"/>
                  <a:pt x="75664" y="61449"/>
                </a:cubicBezTo>
                <a:cubicBezTo>
                  <a:pt x="79366" y="66188"/>
                  <a:pt x="81291" y="72111"/>
                  <a:pt x="81291" y="79218"/>
                </a:cubicBezTo>
                <a:cubicBezTo>
                  <a:pt x="81291" y="89879"/>
                  <a:pt x="77145" y="98023"/>
                  <a:pt x="69001" y="103502"/>
                </a:cubicBezTo>
                <a:cubicBezTo>
                  <a:pt x="60709" y="109128"/>
                  <a:pt x="48863" y="111794"/>
                  <a:pt x="33168" y="111794"/>
                </a:cubicBezTo>
                <a:cubicBezTo>
                  <a:pt x="27541" y="111794"/>
                  <a:pt x="22063" y="111349"/>
                  <a:pt x="16436" y="110461"/>
                </a:cubicBezTo>
                <a:cubicBezTo>
                  <a:pt x="10809" y="109721"/>
                  <a:pt x="5331" y="108388"/>
                  <a:pt x="0" y="106611"/>
                </a:cubicBezTo>
                <a:lnTo>
                  <a:pt x="0" y="85141"/>
                </a:lnTo>
                <a:cubicBezTo>
                  <a:pt x="5182" y="87806"/>
                  <a:pt x="10365" y="89731"/>
                  <a:pt x="15547" y="91064"/>
                </a:cubicBezTo>
                <a:cubicBezTo>
                  <a:pt x="20582" y="92396"/>
                  <a:pt x="25616" y="92989"/>
                  <a:pt x="30651" y="92989"/>
                </a:cubicBezTo>
                <a:cubicBezTo>
                  <a:pt x="38054" y="92989"/>
                  <a:pt x="43681" y="91804"/>
                  <a:pt x="47531" y="89139"/>
                </a:cubicBezTo>
                <a:cubicBezTo>
                  <a:pt x="51381" y="86622"/>
                  <a:pt x="53454" y="82920"/>
                  <a:pt x="53454" y="78182"/>
                </a:cubicBezTo>
                <a:cubicBezTo>
                  <a:pt x="53454" y="73295"/>
                  <a:pt x="51381" y="69593"/>
                  <a:pt x="47383" y="67076"/>
                </a:cubicBezTo>
                <a:cubicBezTo>
                  <a:pt x="43385" y="64559"/>
                  <a:pt x="37462" y="63226"/>
                  <a:pt x="29614" y="63226"/>
                </a:cubicBezTo>
                <a:lnTo>
                  <a:pt x="18509" y="63226"/>
                </a:lnTo>
                <a:lnTo>
                  <a:pt x="18509" y="45310"/>
                </a:lnTo>
                <a:lnTo>
                  <a:pt x="30206" y="45310"/>
                </a:lnTo>
                <a:cubicBezTo>
                  <a:pt x="37166" y="45310"/>
                  <a:pt x="42348" y="44273"/>
                  <a:pt x="45754" y="42052"/>
                </a:cubicBezTo>
                <a:cubicBezTo>
                  <a:pt x="49160" y="39979"/>
                  <a:pt x="50936" y="36574"/>
                  <a:pt x="50936" y="31983"/>
                </a:cubicBezTo>
                <a:cubicBezTo>
                  <a:pt x="50936" y="27837"/>
                  <a:pt x="49160" y="24728"/>
                  <a:pt x="45902" y="22359"/>
                </a:cubicBezTo>
                <a:cubicBezTo>
                  <a:pt x="42644" y="20138"/>
                  <a:pt x="37906" y="18953"/>
                  <a:pt x="31835" y="18953"/>
                </a:cubicBezTo>
                <a:cubicBezTo>
                  <a:pt x="27393" y="18953"/>
                  <a:pt x="22803" y="19545"/>
                  <a:pt x="18213" y="20582"/>
                </a:cubicBezTo>
                <a:cubicBezTo>
                  <a:pt x="13623" y="21618"/>
                  <a:pt x="9032" y="23099"/>
                  <a:pt x="4590" y="25024"/>
                </a:cubicBezTo>
                <a:lnTo>
                  <a:pt x="4590" y="4590"/>
                </a:lnTo>
                <a:cubicBezTo>
                  <a:pt x="10069" y="3109"/>
                  <a:pt x="15547" y="1925"/>
                  <a:pt x="20878" y="1185"/>
                </a:cubicBezTo>
                <a:cubicBezTo>
                  <a:pt x="26209" y="444"/>
                  <a:pt x="31539" y="0"/>
                  <a:pt x="36870" y="0"/>
                </a:cubicBezTo>
                <a:cubicBezTo>
                  <a:pt x="50788" y="0"/>
                  <a:pt x="61301" y="2369"/>
                  <a:pt x="68261" y="6959"/>
                </a:cubicBezTo>
                <a:cubicBezTo>
                  <a:pt x="75220" y="11550"/>
                  <a:pt x="78774" y="18509"/>
                  <a:pt x="78774" y="27689"/>
                </a:cubicBezTo>
                <a:cubicBezTo>
                  <a:pt x="78774" y="34056"/>
                  <a:pt x="76997" y="39239"/>
                  <a:pt x="73739" y="43237"/>
                </a:cubicBezTo>
                <a:cubicBezTo>
                  <a:pt x="70482" y="47235"/>
                  <a:pt x="65595" y="50048"/>
                  <a:pt x="59080" y="5167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E2C96-A4B3-4C6B-AAD5-BFBAF833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034" y="580208"/>
            <a:ext cx="89583" cy="107944"/>
          </a:xfrm>
          <a:custGeom xmlns:a="http://schemas.openxmlformats.org/drawingml/2006/main">
            <a:pathLst>
              <a:path w="89583" h="107944">
                <a:moveTo>
                  <a:pt x="47827" y="22951"/>
                </a:moveTo>
                <a:lnTo>
                  <a:pt x="17324" y="68113"/>
                </a:lnTo>
                <a:lnTo>
                  <a:pt x="47827" y="68113"/>
                </a:lnTo>
                <a:lnTo>
                  <a:pt x="47827" y="22951"/>
                </a:lnTo>
                <a:close/>
                <a:moveTo>
                  <a:pt x="43237" y="0"/>
                </a:moveTo>
                <a:lnTo>
                  <a:pt x="74184" y="0"/>
                </a:lnTo>
                <a:lnTo>
                  <a:pt x="74184" y="68113"/>
                </a:lnTo>
                <a:lnTo>
                  <a:pt x="89583" y="68113"/>
                </a:lnTo>
                <a:lnTo>
                  <a:pt x="89583" y="88250"/>
                </a:lnTo>
                <a:lnTo>
                  <a:pt x="74184" y="88250"/>
                </a:lnTo>
                <a:lnTo>
                  <a:pt x="74184" y="107944"/>
                </a:lnTo>
                <a:lnTo>
                  <a:pt x="47827" y="107944"/>
                </a:lnTo>
                <a:lnTo>
                  <a:pt x="47827" y="88250"/>
                </a:lnTo>
                <a:lnTo>
                  <a:pt x="0" y="88250"/>
                </a:lnTo>
                <a:lnTo>
                  <a:pt x="0" y="64411"/>
                </a:lnTo>
                <a:lnTo>
                  <a:pt x="43237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1DC70-4700-495A-B4AB-2A7C0062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689" y="578283"/>
            <a:ext cx="81291" cy="111794"/>
          </a:xfrm>
          <a:custGeom xmlns:a="http://schemas.openxmlformats.org/drawingml/2006/main">
            <a:pathLst>
              <a:path w="81291" h="111794">
                <a:moveTo>
                  <a:pt x="59080" y="51677"/>
                </a:moveTo>
                <a:cubicBezTo>
                  <a:pt x="66336" y="53602"/>
                  <a:pt x="71814" y="56859"/>
                  <a:pt x="75664" y="61449"/>
                </a:cubicBezTo>
                <a:cubicBezTo>
                  <a:pt x="79366" y="66188"/>
                  <a:pt x="81291" y="72111"/>
                  <a:pt x="81291" y="79218"/>
                </a:cubicBezTo>
                <a:cubicBezTo>
                  <a:pt x="81291" y="89879"/>
                  <a:pt x="77145" y="98023"/>
                  <a:pt x="69001" y="103502"/>
                </a:cubicBezTo>
                <a:cubicBezTo>
                  <a:pt x="60709" y="109128"/>
                  <a:pt x="48863" y="111794"/>
                  <a:pt x="33168" y="111794"/>
                </a:cubicBezTo>
                <a:cubicBezTo>
                  <a:pt x="27541" y="111794"/>
                  <a:pt x="22063" y="111349"/>
                  <a:pt x="16436" y="110461"/>
                </a:cubicBezTo>
                <a:cubicBezTo>
                  <a:pt x="10809" y="109721"/>
                  <a:pt x="5331" y="108388"/>
                  <a:pt x="0" y="106611"/>
                </a:cubicBezTo>
                <a:lnTo>
                  <a:pt x="0" y="85141"/>
                </a:lnTo>
                <a:cubicBezTo>
                  <a:pt x="5182" y="87806"/>
                  <a:pt x="10365" y="89731"/>
                  <a:pt x="15547" y="91064"/>
                </a:cubicBezTo>
                <a:cubicBezTo>
                  <a:pt x="20582" y="92396"/>
                  <a:pt x="25616" y="92989"/>
                  <a:pt x="30651" y="92989"/>
                </a:cubicBezTo>
                <a:cubicBezTo>
                  <a:pt x="38054" y="92989"/>
                  <a:pt x="43681" y="91804"/>
                  <a:pt x="47531" y="89139"/>
                </a:cubicBezTo>
                <a:cubicBezTo>
                  <a:pt x="51381" y="86622"/>
                  <a:pt x="53454" y="82920"/>
                  <a:pt x="53454" y="78182"/>
                </a:cubicBezTo>
                <a:cubicBezTo>
                  <a:pt x="53454" y="73295"/>
                  <a:pt x="51381" y="69593"/>
                  <a:pt x="47383" y="67076"/>
                </a:cubicBezTo>
                <a:cubicBezTo>
                  <a:pt x="43385" y="64559"/>
                  <a:pt x="37462" y="63226"/>
                  <a:pt x="29614" y="63226"/>
                </a:cubicBezTo>
                <a:lnTo>
                  <a:pt x="18509" y="63226"/>
                </a:lnTo>
                <a:lnTo>
                  <a:pt x="18509" y="45310"/>
                </a:lnTo>
                <a:lnTo>
                  <a:pt x="30206" y="45310"/>
                </a:lnTo>
                <a:cubicBezTo>
                  <a:pt x="37166" y="45310"/>
                  <a:pt x="42348" y="44273"/>
                  <a:pt x="45754" y="42052"/>
                </a:cubicBezTo>
                <a:cubicBezTo>
                  <a:pt x="49160" y="39979"/>
                  <a:pt x="50936" y="36574"/>
                  <a:pt x="50936" y="31983"/>
                </a:cubicBezTo>
                <a:cubicBezTo>
                  <a:pt x="50936" y="27837"/>
                  <a:pt x="49160" y="24728"/>
                  <a:pt x="45902" y="22359"/>
                </a:cubicBezTo>
                <a:cubicBezTo>
                  <a:pt x="42644" y="20138"/>
                  <a:pt x="37906" y="18953"/>
                  <a:pt x="31835" y="18953"/>
                </a:cubicBezTo>
                <a:cubicBezTo>
                  <a:pt x="27393" y="18953"/>
                  <a:pt x="22803" y="19545"/>
                  <a:pt x="18213" y="20582"/>
                </a:cubicBezTo>
                <a:cubicBezTo>
                  <a:pt x="13623" y="21618"/>
                  <a:pt x="9032" y="23099"/>
                  <a:pt x="4590" y="25024"/>
                </a:cubicBezTo>
                <a:lnTo>
                  <a:pt x="4590" y="4590"/>
                </a:lnTo>
                <a:cubicBezTo>
                  <a:pt x="10069" y="3109"/>
                  <a:pt x="15547" y="1925"/>
                  <a:pt x="20878" y="1185"/>
                </a:cubicBezTo>
                <a:cubicBezTo>
                  <a:pt x="26209" y="444"/>
                  <a:pt x="31539" y="0"/>
                  <a:pt x="36870" y="0"/>
                </a:cubicBezTo>
                <a:cubicBezTo>
                  <a:pt x="50788" y="0"/>
                  <a:pt x="61301" y="2369"/>
                  <a:pt x="68261" y="6959"/>
                </a:cubicBezTo>
                <a:cubicBezTo>
                  <a:pt x="75220" y="11550"/>
                  <a:pt x="78774" y="18509"/>
                  <a:pt x="78774" y="27689"/>
                </a:cubicBezTo>
                <a:cubicBezTo>
                  <a:pt x="78774" y="34056"/>
                  <a:pt x="76997" y="39239"/>
                  <a:pt x="73739" y="43237"/>
                </a:cubicBezTo>
                <a:cubicBezTo>
                  <a:pt x="70482" y="47235"/>
                  <a:pt x="65595" y="50048"/>
                  <a:pt x="59080" y="5167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84BE2E-B2C6-4763-8328-D0963033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558" y="580208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E837D-B02C-4840-904F-C2E77D6A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227" y="969882"/>
            <a:ext cx="81291" cy="111794"/>
          </a:xfrm>
          <a:custGeom xmlns:a="http://schemas.openxmlformats.org/drawingml/2006/main">
            <a:pathLst>
              <a:path w="81291" h="111794">
                <a:moveTo>
                  <a:pt x="59080" y="51677"/>
                </a:moveTo>
                <a:cubicBezTo>
                  <a:pt x="66336" y="53602"/>
                  <a:pt x="71814" y="56859"/>
                  <a:pt x="75664" y="61449"/>
                </a:cubicBezTo>
                <a:cubicBezTo>
                  <a:pt x="79366" y="66188"/>
                  <a:pt x="81291" y="72111"/>
                  <a:pt x="81291" y="79218"/>
                </a:cubicBezTo>
                <a:cubicBezTo>
                  <a:pt x="81291" y="89879"/>
                  <a:pt x="77145" y="98023"/>
                  <a:pt x="69001" y="103502"/>
                </a:cubicBezTo>
                <a:cubicBezTo>
                  <a:pt x="60709" y="109128"/>
                  <a:pt x="48863" y="111794"/>
                  <a:pt x="33168" y="111794"/>
                </a:cubicBezTo>
                <a:cubicBezTo>
                  <a:pt x="27541" y="111794"/>
                  <a:pt x="22063" y="111349"/>
                  <a:pt x="16436" y="110461"/>
                </a:cubicBezTo>
                <a:cubicBezTo>
                  <a:pt x="10809" y="109721"/>
                  <a:pt x="5331" y="108388"/>
                  <a:pt x="0" y="106611"/>
                </a:cubicBezTo>
                <a:lnTo>
                  <a:pt x="0" y="85141"/>
                </a:lnTo>
                <a:cubicBezTo>
                  <a:pt x="5182" y="87806"/>
                  <a:pt x="10365" y="89731"/>
                  <a:pt x="15547" y="91064"/>
                </a:cubicBezTo>
                <a:cubicBezTo>
                  <a:pt x="20582" y="92396"/>
                  <a:pt x="25616" y="92989"/>
                  <a:pt x="30651" y="92989"/>
                </a:cubicBezTo>
                <a:cubicBezTo>
                  <a:pt x="38054" y="92989"/>
                  <a:pt x="43681" y="91804"/>
                  <a:pt x="47531" y="89139"/>
                </a:cubicBezTo>
                <a:cubicBezTo>
                  <a:pt x="51381" y="86622"/>
                  <a:pt x="53454" y="82920"/>
                  <a:pt x="53454" y="78182"/>
                </a:cubicBezTo>
                <a:cubicBezTo>
                  <a:pt x="53454" y="73295"/>
                  <a:pt x="51381" y="69593"/>
                  <a:pt x="47383" y="67076"/>
                </a:cubicBezTo>
                <a:cubicBezTo>
                  <a:pt x="43385" y="64559"/>
                  <a:pt x="37462" y="63226"/>
                  <a:pt x="29614" y="63226"/>
                </a:cubicBezTo>
                <a:lnTo>
                  <a:pt x="18509" y="63226"/>
                </a:lnTo>
                <a:lnTo>
                  <a:pt x="18509" y="45310"/>
                </a:lnTo>
                <a:lnTo>
                  <a:pt x="30206" y="45310"/>
                </a:lnTo>
                <a:cubicBezTo>
                  <a:pt x="37166" y="45310"/>
                  <a:pt x="42348" y="44273"/>
                  <a:pt x="45754" y="42052"/>
                </a:cubicBezTo>
                <a:cubicBezTo>
                  <a:pt x="49160" y="39979"/>
                  <a:pt x="50936" y="36574"/>
                  <a:pt x="50936" y="31983"/>
                </a:cubicBezTo>
                <a:cubicBezTo>
                  <a:pt x="50936" y="27837"/>
                  <a:pt x="49160" y="24728"/>
                  <a:pt x="45902" y="22359"/>
                </a:cubicBezTo>
                <a:cubicBezTo>
                  <a:pt x="42644" y="20138"/>
                  <a:pt x="37906" y="18953"/>
                  <a:pt x="31835" y="18953"/>
                </a:cubicBezTo>
                <a:cubicBezTo>
                  <a:pt x="27393" y="18953"/>
                  <a:pt x="22803" y="19545"/>
                  <a:pt x="18213" y="20582"/>
                </a:cubicBezTo>
                <a:cubicBezTo>
                  <a:pt x="13623" y="21618"/>
                  <a:pt x="9032" y="23099"/>
                  <a:pt x="4590" y="25024"/>
                </a:cubicBezTo>
                <a:lnTo>
                  <a:pt x="4590" y="4590"/>
                </a:lnTo>
                <a:cubicBezTo>
                  <a:pt x="10069" y="3109"/>
                  <a:pt x="15547" y="1925"/>
                  <a:pt x="20878" y="1185"/>
                </a:cubicBezTo>
                <a:cubicBezTo>
                  <a:pt x="26209" y="444"/>
                  <a:pt x="31539" y="0"/>
                  <a:pt x="36870" y="0"/>
                </a:cubicBezTo>
                <a:cubicBezTo>
                  <a:pt x="50788" y="0"/>
                  <a:pt x="61301" y="2369"/>
                  <a:pt x="68261" y="6959"/>
                </a:cubicBezTo>
                <a:cubicBezTo>
                  <a:pt x="75220" y="11550"/>
                  <a:pt x="78774" y="18509"/>
                  <a:pt x="78774" y="27689"/>
                </a:cubicBezTo>
                <a:cubicBezTo>
                  <a:pt x="78774" y="34056"/>
                  <a:pt x="76997" y="39239"/>
                  <a:pt x="73739" y="43237"/>
                </a:cubicBezTo>
                <a:cubicBezTo>
                  <a:pt x="70482" y="47235"/>
                  <a:pt x="65595" y="50048"/>
                  <a:pt x="59080" y="5167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A7E0A-FADE-4073-AB3A-07092C50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285" y="971807"/>
            <a:ext cx="81291" cy="107944"/>
          </a:xfrm>
          <a:custGeom xmlns:a="http://schemas.openxmlformats.org/drawingml/2006/main">
            <a:pathLst>
              <a:path w="81291" h="107944">
                <a:moveTo>
                  <a:pt x="0" y="0"/>
                </a:moveTo>
                <a:lnTo>
                  <a:pt x="81291" y="0"/>
                </a:lnTo>
                <a:lnTo>
                  <a:pt x="81291" y="15696"/>
                </a:lnTo>
                <a:lnTo>
                  <a:pt x="39239" y="107944"/>
                </a:lnTo>
                <a:lnTo>
                  <a:pt x="12142" y="107944"/>
                </a:lnTo>
                <a:lnTo>
                  <a:pt x="51973" y="20434"/>
                </a:lnTo>
                <a:lnTo>
                  <a:pt x="0" y="2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4291B-15A3-47E2-90A7-06D5AC46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436" y="971807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8059C-3441-4EF8-AA17-AE481509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868" y="969882"/>
            <a:ext cx="88843" cy="111794"/>
          </a:xfrm>
          <a:custGeom xmlns:a="http://schemas.openxmlformats.org/drawingml/2006/main">
            <a:pathLst>
              <a:path w="88843" h="111794">
                <a:moveTo>
                  <a:pt x="61005" y="55823"/>
                </a:moveTo>
                <a:cubicBezTo>
                  <a:pt x="61005" y="42348"/>
                  <a:pt x="59673" y="32872"/>
                  <a:pt x="57155" y="27245"/>
                </a:cubicBezTo>
                <a:cubicBezTo>
                  <a:pt x="54638" y="21766"/>
                  <a:pt x="50344" y="18953"/>
                  <a:pt x="44421" y="18953"/>
                </a:cubicBezTo>
                <a:cubicBezTo>
                  <a:pt x="38498" y="18953"/>
                  <a:pt x="34204" y="21766"/>
                  <a:pt x="31687" y="27245"/>
                </a:cubicBezTo>
                <a:cubicBezTo>
                  <a:pt x="29022" y="32872"/>
                  <a:pt x="27837" y="42348"/>
                  <a:pt x="27837" y="55823"/>
                </a:cubicBezTo>
                <a:cubicBezTo>
                  <a:pt x="27837" y="69445"/>
                  <a:pt x="29022" y="79070"/>
                  <a:pt x="31687" y="84697"/>
                </a:cubicBezTo>
                <a:cubicBezTo>
                  <a:pt x="34204" y="90323"/>
                  <a:pt x="38498" y="92989"/>
                  <a:pt x="44421" y="92989"/>
                </a:cubicBezTo>
                <a:cubicBezTo>
                  <a:pt x="50344" y="92989"/>
                  <a:pt x="54490" y="90323"/>
                  <a:pt x="57155" y="84697"/>
                </a:cubicBezTo>
                <a:cubicBezTo>
                  <a:pt x="59673" y="79070"/>
                  <a:pt x="61005" y="69445"/>
                  <a:pt x="61005" y="55823"/>
                </a:cubicBezTo>
                <a:close/>
                <a:moveTo>
                  <a:pt x="88843" y="55971"/>
                </a:moveTo>
                <a:cubicBezTo>
                  <a:pt x="88843" y="73887"/>
                  <a:pt x="84993" y="87658"/>
                  <a:pt x="77293" y="97283"/>
                </a:cubicBezTo>
                <a:cubicBezTo>
                  <a:pt x="69593" y="107055"/>
                  <a:pt x="58636" y="111794"/>
                  <a:pt x="44421" y="111794"/>
                </a:cubicBezTo>
                <a:cubicBezTo>
                  <a:pt x="30206" y="111794"/>
                  <a:pt x="19249" y="107055"/>
                  <a:pt x="11550" y="97283"/>
                </a:cubicBezTo>
                <a:cubicBezTo>
                  <a:pt x="3850" y="87658"/>
                  <a:pt x="0" y="73887"/>
                  <a:pt x="0" y="55971"/>
                </a:cubicBezTo>
                <a:cubicBezTo>
                  <a:pt x="0" y="38202"/>
                  <a:pt x="3850" y="24432"/>
                  <a:pt x="11550" y="14659"/>
                </a:cubicBezTo>
                <a:cubicBezTo>
                  <a:pt x="19249" y="4886"/>
                  <a:pt x="30206" y="0"/>
                  <a:pt x="44421" y="0"/>
                </a:cubicBezTo>
                <a:cubicBezTo>
                  <a:pt x="58636" y="0"/>
                  <a:pt x="69593" y="4886"/>
                  <a:pt x="77293" y="14659"/>
                </a:cubicBezTo>
                <a:cubicBezTo>
                  <a:pt x="84993" y="24432"/>
                  <a:pt x="88843" y="38202"/>
                  <a:pt x="88843" y="5597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8592C-4893-4011-B069-A01B636A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739" y="969882"/>
            <a:ext cx="81291" cy="111794"/>
          </a:xfrm>
          <a:custGeom xmlns:a="http://schemas.openxmlformats.org/drawingml/2006/main">
            <a:pathLst>
              <a:path w="81291" h="111794">
                <a:moveTo>
                  <a:pt x="59080" y="51677"/>
                </a:moveTo>
                <a:cubicBezTo>
                  <a:pt x="66336" y="53602"/>
                  <a:pt x="71814" y="56859"/>
                  <a:pt x="75664" y="61449"/>
                </a:cubicBezTo>
                <a:cubicBezTo>
                  <a:pt x="79366" y="66188"/>
                  <a:pt x="81291" y="72111"/>
                  <a:pt x="81291" y="79218"/>
                </a:cubicBezTo>
                <a:cubicBezTo>
                  <a:pt x="81291" y="89879"/>
                  <a:pt x="77145" y="98023"/>
                  <a:pt x="69001" y="103502"/>
                </a:cubicBezTo>
                <a:cubicBezTo>
                  <a:pt x="60709" y="109128"/>
                  <a:pt x="48863" y="111794"/>
                  <a:pt x="33168" y="111794"/>
                </a:cubicBezTo>
                <a:cubicBezTo>
                  <a:pt x="27541" y="111794"/>
                  <a:pt x="22063" y="111349"/>
                  <a:pt x="16436" y="110461"/>
                </a:cubicBezTo>
                <a:cubicBezTo>
                  <a:pt x="10809" y="109721"/>
                  <a:pt x="5331" y="108388"/>
                  <a:pt x="0" y="106611"/>
                </a:cubicBezTo>
                <a:lnTo>
                  <a:pt x="0" y="85141"/>
                </a:lnTo>
                <a:cubicBezTo>
                  <a:pt x="5182" y="87806"/>
                  <a:pt x="10365" y="89731"/>
                  <a:pt x="15547" y="91064"/>
                </a:cubicBezTo>
                <a:cubicBezTo>
                  <a:pt x="20582" y="92396"/>
                  <a:pt x="25616" y="92989"/>
                  <a:pt x="30651" y="92989"/>
                </a:cubicBezTo>
                <a:cubicBezTo>
                  <a:pt x="38054" y="92989"/>
                  <a:pt x="43681" y="91804"/>
                  <a:pt x="47531" y="89139"/>
                </a:cubicBezTo>
                <a:cubicBezTo>
                  <a:pt x="51381" y="86622"/>
                  <a:pt x="53454" y="82920"/>
                  <a:pt x="53454" y="78182"/>
                </a:cubicBezTo>
                <a:cubicBezTo>
                  <a:pt x="53454" y="73295"/>
                  <a:pt x="51381" y="69593"/>
                  <a:pt x="47383" y="67076"/>
                </a:cubicBezTo>
                <a:cubicBezTo>
                  <a:pt x="43385" y="64559"/>
                  <a:pt x="37462" y="63226"/>
                  <a:pt x="29614" y="63226"/>
                </a:cubicBezTo>
                <a:lnTo>
                  <a:pt x="18509" y="63226"/>
                </a:lnTo>
                <a:lnTo>
                  <a:pt x="18509" y="45310"/>
                </a:lnTo>
                <a:lnTo>
                  <a:pt x="30206" y="45310"/>
                </a:lnTo>
                <a:cubicBezTo>
                  <a:pt x="37166" y="45310"/>
                  <a:pt x="42348" y="44273"/>
                  <a:pt x="45754" y="42052"/>
                </a:cubicBezTo>
                <a:cubicBezTo>
                  <a:pt x="49160" y="39979"/>
                  <a:pt x="50936" y="36574"/>
                  <a:pt x="50936" y="31983"/>
                </a:cubicBezTo>
                <a:cubicBezTo>
                  <a:pt x="50936" y="27837"/>
                  <a:pt x="49160" y="24728"/>
                  <a:pt x="45902" y="22359"/>
                </a:cubicBezTo>
                <a:cubicBezTo>
                  <a:pt x="42644" y="20138"/>
                  <a:pt x="37906" y="18953"/>
                  <a:pt x="31835" y="18953"/>
                </a:cubicBezTo>
                <a:cubicBezTo>
                  <a:pt x="27393" y="18953"/>
                  <a:pt x="22803" y="19545"/>
                  <a:pt x="18213" y="20582"/>
                </a:cubicBezTo>
                <a:cubicBezTo>
                  <a:pt x="13623" y="21618"/>
                  <a:pt x="9032" y="23099"/>
                  <a:pt x="4590" y="25024"/>
                </a:cubicBezTo>
                <a:lnTo>
                  <a:pt x="4590" y="4590"/>
                </a:lnTo>
                <a:cubicBezTo>
                  <a:pt x="10069" y="3109"/>
                  <a:pt x="15547" y="1925"/>
                  <a:pt x="20878" y="1185"/>
                </a:cubicBezTo>
                <a:cubicBezTo>
                  <a:pt x="26209" y="444"/>
                  <a:pt x="31539" y="0"/>
                  <a:pt x="36870" y="0"/>
                </a:cubicBezTo>
                <a:cubicBezTo>
                  <a:pt x="50788" y="0"/>
                  <a:pt x="61301" y="2369"/>
                  <a:pt x="68261" y="6959"/>
                </a:cubicBezTo>
                <a:cubicBezTo>
                  <a:pt x="75220" y="11550"/>
                  <a:pt x="78774" y="18509"/>
                  <a:pt x="78774" y="27689"/>
                </a:cubicBezTo>
                <a:cubicBezTo>
                  <a:pt x="78774" y="34056"/>
                  <a:pt x="76997" y="39239"/>
                  <a:pt x="73739" y="43237"/>
                </a:cubicBezTo>
                <a:cubicBezTo>
                  <a:pt x="70482" y="47235"/>
                  <a:pt x="65595" y="50048"/>
                  <a:pt x="59080" y="5167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B1A15-CEFA-4D3F-A1A3-F30B5592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885" y="971807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75549-0FD4-4483-BD0E-4ACA6C22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942" y="971807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7329C-CA8B-4A2E-9944-1C750CB5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302" y="970030"/>
            <a:ext cx="85881" cy="111646"/>
          </a:xfrm>
          <a:custGeom xmlns:a="http://schemas.openxmlformats.org/drawingml/2006/main">
            <a:pathLst>
              <a:path w="85881" h="111646">
                <a:moveTo>
                  <a:pt x="7107" y="107352"/>
                </a:moveTo>
                <a:lnTo>
                  <a:pt x="7107" y="87362"/>
                </a:lnTo>
                <a:cubicBezTo>
                  <a:pt x="11550" y="89435"/>
                  <a:pt x="15696" y="91064"/>
                  <a:pt x="19842" y="92100"/>
                </a:cubicBezTo>
                <a:cubicBezTo>
                  <a:pt x="23839" y="93137"/>
                  <a:pt x="27837" y="93581"/>
                  <a:pt x="31835" y="93581"/>
                </a:cubicBezTo>
                <a:cubicBezTo>
                  <a:pt x="40127" y="93581"/>
                  <a:pt x="46494" y="91360"/>
                  <a:pt x="51233" y="86770"/>
                </a:cubicBezTo>
                <a:cubicBezTo>
                  <a:pt x="55823" y="82179"/>
                  <a:pt x="58488" y="75368"/>
                  <a:pt x="59377" y="66188"/>
                </a:cubicBezTo>
                <a:cubicBezTo>
                  <a:pt x="56119" y="68557"/>
                  <a:pt x="52565" y="70482"/>
                  <a:pt x="48863" y="71666"/>
                </a:cubicBezTo>
                <a:cubicBezTo>
                  <a:pt x="45162" y="72851"/>
                  <a:pt x="41164" y="73443"/>
                  <a:pt x="36870" y="73443"/>
                </a:cubicBezTo>
                <a:cubicBezTo>
                  <a:pt x="25764" y="73443"/>
                  <a:pt x="16880" y="70334"/>
                  <a:pt x="10069" y="63819"/>
                </a:cubicBezTo>
                <a:cubicBezTo>
                  <a:pt x="3258" y="57452"/>
                  <a:pt x="0" y="49012"/>
                  <a:pt x="0" y="38350"/>
                </a:cubicBezTo>
                <a:cubicBezTo>
                  <a:pt x="0" y="26801"/>
                  <a:pt x="3702" y="17472"/>
                  <a:pt x="11253" y="10513"/>
                </a:cubicBezTo>
                <a:cubicBezTo>
                  <a:pt x="18805" y="3554"/>
                  <a:pt x="28874" y="0"/>
                  <a:pt x="41608" y="0"/>
                </a:cubicBezTo>
                <a:cubicBezTo>
                  <a:pt x="55675" y="0"/>
                  <a:pt x="66632" y="4738"/>
                  <a:pt x="74332" y="14215"/>
                </a:cubicBezTo>
                <a:cubicBezTo>
                  <a:pt x="82031" y="23691"/>
                  <a:pt x="85881" y="37166"/>
                  <a:pt x="85881" y="54490"/>
                </a:cubicBezTo>
                <a:cubicBezTo>
                  <a:pt x="85881" y="72407"/>
                  <a:pt x="81291" y="86474"/>
                  <a:pt x="72259" y="96542"/>
                </a:cubicBezTo>
                <a:cubicBezTo>
                  <a:pt x="63226" y="106611"/>
                  <a:pt x="50936" y="111646"/>
                  <a:pt x="35241" y="111646"/>
                </a:cubicBezTo>
                <a:cubicBezTo>
                  <a:pt x="30206" y="111646"/>
                  <a:pt x="25320" y="111201"/>
                  <a:pt x="20730" y="110609"/>
                </a:cubicBezTo>
                <a:cubicBezTo>
                  <a:pt x="15992" y="109869"/>
                  <a:pt x="11550" y="108832"/>
                  <a:pt x="7107" y="107352"/>
                </a:cubicBezTo>
                <a:close/>
                <a:moveTo>
                  <a:pt x="41460" y="55379"/>
                </a:moveTo>
                <a:cubicBezTo>
                  <a:pt x="46198" y="55379"/>
                  <a:pt x="49900" y="53898"/>
                  <a:pt x="52417" y="50640"/>
                </a:cubicBezTo>
                <a:cubicBezTo>
                  <a:pt x="54786" y="47531"/>
                  <a:pt x="56119" y="42793"/>
                  <a:pt x="56119" y="36425"/>
                </a:cubicBezTo>
                <a:cubicBezTo>
                  <a:pt x="56119" y="30206"/>
                  <a:pt x="54786" y="25468"/>
                  <a:pt x="52417" y="22211"/>
                </a:cubicBezTo>
                <a:cubicBezTo>
                  <a:pt x="49900" y="19101"/>
                  <a:pt x="46198" y="17472"/>
                  <a:pt x="41460" y="17472"/>
                </a:cubicBezTo>
                <a:cubicBezTo>
                  <a:pt x="36574" y="17472"/>
                  <a:pt x="32872" y="19101"/>
                  <a:pt x="30503" y="22211"/>
                </a:cubicBezTo>
                <a:cubicBezTo>
                  <a:pt x="27985" y="25468"/>
                  <a:pt x="26801" y="30206"/>
                  <a:pt x="26801" y="36425"/>
                </a:cubicBezTo>
                <a:cubicBezTo>
                  <a:pt x="26801" y="42793"/>
                  <a:pt x="27985" y="47531"/>
                  <a:pt x="30503" y="50640"/>
                </a:cubicBezTo>
                <a:cubicBezTo>
                  <a:pt x="32872" y="53898"/>
                  <a:pt x="36574" y="55379"/>
                  <a:pt x="41460" y="5537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476C9-359C-4E66-A30B-8626420B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223" y="969882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6876B-C80E-4AD7-B209-9E9ACD96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148" y="970030"/>
            <a:ext cx="85881" cy="111646"/>
          </a:xfrm>
          <a:custGeom xmlns:a="http://schemas.openxmlformats.org/drawingml/2006/main">
            <a:pathLst>
              <a:path w="85881" h="111646">
                <a:moveTo>
                  <a:pt x="7107" y="107352"/>
                </a:moveTo>
                <a:lnTo>
                  <a:pt x="7107" y="87362"/>
                </a:lnTo>
                <a:cubicBezTo>
                  <a:pt x="11550" y="89435"/>
                  <a:pt x="15696" y="91064"/>
                  <a:pt x="19842" y="92100"/>
                </a:cubicBezTo>
                <a:cubicBezTo>
                  <a:pt x="23839" y="93137"/>
                  <a:pt x="27837" y="93581"/>
                  <a:pt x="31835" y="93581"/>
                </a:cubicBezTo>
                <a:cubicBezTo>
                  <a:pt x="40127" y="93581"/>
                  <a:pt x="46494" y="91360"/>
                  <a:pt x="51233" y="86770"/>
                </a:cubicBezTo>
                <a:cubicBezTo>
                  <a:pt x="55823" y="82179"/>
                  <a:pt x="58488" y="75368"/>
                  <a:pt x="59377" y="66188"/>
                </a:cubicBezTo>
                <a:cubicBezTo>
                  <a:pt x="56119" y="68557"/>
                  <a:pt x="52565" y="70482"/>
                  <a:pt x="48863" y="71666"/>
                </a:cubicBezTo>
                <a:cubicBezTo>
                  <a:pt x="45162" y="72851"/>
                  <a:pt x="41164" y="73443"/>
                  <a:pt x="36870" y="73443"/>
                </a:cubicBezTo>
                <a:cubicBezTo>
                  <a:pt x="25764" y="73443"/>
                  <a:pt x="16880" y="70334"/>
                  <a:pt x="10069" y="63819"/>
                </a:cubicBezTo>
                <a:cubicBezTo>
                  <a:pt x="3258" y="57452"/>
                  <a:pt x="0" y="49012"/>
                  <a:pt x="0" y="38350"/>
                </a:cubicBezTo>
                <a:cubicBezTo>
                  <a:pt x="0" y="26801"/>
                  <a:pt x="3702" y="17472"/>
                  <a:pt x="11253" y="10513"/>
                </a:cubicBezTo>
                <a:cubicBezTo>
                  <a:pt x="18805" y="3554"/>
                  <a:pt x="28874" y="0"/>
                  <a:pt x="41608" y="0"/>
                </a:cubicBezTo>
                <a:cubicBezTo>
                  <a:pt x="55675" y="0"/>
                  <a:pt x="66632" y="4738"/>
                  <a:pt x="74332" y="14215"/>
                </a:cubicBezTo>
                <a:cubicBezTo>
                  <a:pt x="82031" y="23691"/>
                  <a:pt x="85881" y="37166"/>
                  <a:pt x="85881" y="54490"/>
                </a:cubicBezTo>
                <a:cubicBezTo>
                  <a:pt x="85881" y="72407"/>
                  <a:pt x="81291" y="86474"/>
                  <a:pt x="72259" y="96542"/>
                </a:cubicBezTo>
                <a:cubicBezTo>
                  <a:pt x="63226" y="106611"/>
                  <a:pt x="50936" y="111646"/>
                  <a:pt x="35241" y="111646"/>
                </a:cubicBezTo>
                <a:cubicBezTo>
                  <a:pt x="30206" y="111646"/>
                  <a:pt x="25320" y="111201"/>
                  <a:pt x="20730" y="110609"/>
                </a:cubicBezTo>
                <a:cubicBezTo>
                  <a:pt x="15992" y="109869"/>
                  <a:pt x="11550" y="108832"/>
                  <a:pt x="7107" y="107352"/>
                </a:cubicBezTo>
                <a:close/>
                <a:moveTo>
                  <a:pt x="41460" y="55379"/>
                </a:moveTo>
                <a:cubicBezTo>
                  <a:pt x="46198" y="55379"/>
                  <a:pt x="49900" y="53898"/>
                  <a:pt x="52417" y="50640"/>
                </a:cubicBezTo>
                <a:cubicBezTo>
                  <a:pt x="54786" y="47531"/>
                  <a:pt x="56119" y="42793"/>
                  <a:pt x="56119" y="36425"/>
                </a:cubicBezTo>
                <a:cubicBezTo>
                  <a:pt x="56119" y="30206"/>
                  <a:pt x="54786" y="25468"/>
                  <a:pt x="52417" y="22211"/>
                </a:cubicBezTo>
                <a:cubicBezTo>
                  <a:pt x="49900" y="19101"/>
                  <a:pt x="46198" y="17472"/>
                  <a:pt x="41460" y="17472"/>
                </a:cubicBezTo>
                <a:cubicBezTo>
                  <a:pt x="36574" y="17472"/>
                  <a:pt x="32872" y="19101"/>
                  <a:pt x="30503" y="22211"/>
                </a:cubicBezTo>
                <a:cubicBezTo>
                  <a:pt x="27985" y="25468"/>
                  <a:pt x="26801" y="30206"/>
                  <a:pt x="26801" y="36425"/>
                </a:cubicBezTo>
                <a:cubicBezTo>
                  <a:pt x="26801" y="42793"/>
                  <a:pt x="27985" y="47531"/>
                  <a:pt x="30503" y="50640"/>
                </a:cubicBezTo>
                <a:cubicBezTo>
                  <a:pt x="32872" y="53898"/>
                  <a:pt x="36574" y="55379"/>
                  <a:pt x="41460" y="5537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49FB5-1126-4DEF-8D59-C29629F0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292" y="969882"/>
            <a:ext cx="81291" cy="111794"/>
          </a:xfrm>
          <a:custGeom xmlns:a="http://schemas.openxmlformats.org/drawingml/2006/main">
            <a:pathLst>
              <a:path w="81291" h="111794">
                <a:moveTo>
                  <a:pt x="59080" y="51677"/>
                </a:moveTo>
                <a:cubicBezTo>
                  <a:pt x="66336" y="53602"/>
                  <a:pt x="71814" y="56859"/>
                  <a:pt x="75664" y="61449"/>
                </a:cubicBezTo>
                <a:cubicBezTo>
                  <a:pt x="79366" y="66188"/>
                  <a:pt x="81291" y="72111"/>
                  <a:pt x="81291" y="79218"/>
                </a:cubicBezTo>
                <a:cubicBezTo>
                  <a:pt x="81291" y="89879"/>
                  <a:pt x="77145" y="98023"/>
                  <a:pt x="69001" y="103502"/>
                </a:cubicBezTo>
                <a:cubicBezTo>
                  <a:pt x="60709" y="109128"/>
                  <a:pt x="48863" y="111794"/>
                  <a:pt x="33168" y="111794"/>
                </a:cubicBezTo>
                <a:cubicBezTo>
                  <a:pt x="27541" y="111794"/>
                  <a:pt x="22063" y="111349"/>
                  <a:pt x="16436" y="110461"/>
                </a:cubicBezTo>
                <a:cubicBezTo>
                  <a:pt x="10809" y="109721"/>
                  <a:pt x="5331" y="108388"/>
                  <a:pt x="0" y="106611"/>
                </a:cubicBezTo>
                <a:lnTo>
                  <a:pt x="0" y="85141"/>
                </a:lnTo>
                <a:cubicBezTo>
                  <a:pt x="5182" y="87806"/>
                  <a:pt x="10365" y="89731"/>
                  <a:pt x="15547" y="91064"/>
                </a:cubicBezTo>
                <a:cubicBezTo>
                  <a:pt x="20582" y="92396"/>
                  <a:pt x="25616" y="92989"/>
                  <a:pt x="30651" y="92989"/>
                </a:cubicBezTo>
                <a:cubicBezTo>
                  <a:pt x="38054" y="92989"/>
                  <a:pt x="43681" y="91804"/>
                  <a:pt x="47531" y="89139"/>
                </a:cubicBezTo>
                <a:cubicBezTo>
                  <a:pt x="51381" y="86622"/>
                  <a:pt x="53454" y="82920"/>
                  <a:pt x="53454" y="78182"/>
                </a:cubicBezTo>
                <a:cubicBezTo>
                  <a:pt x="53454" y="73295"/>
                  <a:pt x="51381" y="69593"/>
                  <a:pt x="47383" y="67076"/>
                </a:cubicBezTo>
                <a:cubicBezTo>
                  <a:pt x="43385" y="64559"/>
                  <a:pt x="37462" y="63226"/>
                  <a:pt x="29614" y="63226"/>
                </a:cubicBezTo>
                <a:lnTo>
                  <a:pt x="18509" y="63226"/>
                </a:lnTo>
                <a:lnTo>
                  <a:pt x="18509" y="45310"/>
                </a:lnTo>
                <a:lnTo>
                  <a:pt x="30206" y="45310"/>
                </a:lnTo>
                <a:cubicBezTo>
                  <a:pt x="37166" y="45310"/>
                  <a:pt x="42348" y="44273"/>
                  <a:pt x="45754" y="42052"/>
                </a:cubicBezTo>
                <a:cubicBezTo>
                  <a:pt x="49160" y="39979"/>
                  <a:pt x="50936" y="36574"/>
                  <a:pt x="50936" y="31983"/>
                </a:cubicBezTo>
                <a:cubicBezTo>
                  <a:pt x="50936" y="27837"/>
                  <a:pt x="49160" y="24728"/>
                  <a:pt x="45902" y="22359"/>
                </a:cubicBezTo>
                <a:cubicBezTo>
                  <a:pt x="42644" y="20138"/>
                  <a:pt x="37906" y="18953"/>
                  <a:pt x="31835" y="18953"/>
                </a:cubicBezTo>
                <a:cubicBezTo>
                  <a:pt x="27393" y="18953"/>
                  <a:pt x="22803" y="19545"/>
                  <a:pt x="18213" y="20582"/>
                </a:cubicBezTo>
                <a:cubicBezTo>
                  <a:pt x="13623" y="21618"/>
                  <a:pt x="9032" y="23099"/>
                  <a:pt x="4590" y="25024"/>
                </a:cubicBezTo>
                <a:lnTo>
                  <a:pt x="4590" y="4590"/>
                </a:lnTo>
                <a:cubicBezTo>
                  <a:pt x="10069" y="3109"/>
                  <a:pt x="15547" y="1925"/>
                  <a:pt x="20878" y="1185"/>
                </a:cubicBezTo>
                <a:cubicBezTo>
                  <a:pt x="26209" y="444"/>
                  <a:pt x="31539" y="0"/>
                  <a:pt x="36870" y="0"/>
                </a:cubicBezTo>
                <a:cubicBezTo>
                  <a:pt x="50788" y="0"/>
                  <a:pt x="61301" y="2369"/>
                  <a:pt x="68261" y="6959"/>
                </a:cubicBezTo>
                <a:cubicBezTo>
                  <a:pt x="75220" y="11550"/>
                  <a:pt x="78774" y="18509"/>
                  <a:pt x="78774" y="27689"/>
                </a:cubicBezTo>
                <a:cubicBezTo>
                  <a:pt x="78774" y="34056"/>
                  <a:pt x="76997" y="39239"/>
                  <a:pt x="73739" y="43237"/>
                </a:cubicBezTo>
                <a:cubicBezTo>
                  <a:pt x="70482" y="47235"/>
                  <a:pt x="65595" y="50048"/>
                  <a:pt x="59080" y="5167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091D3-2FD4-439D-A955-1A61972E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466" y="969882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C4103-B21A-4117-90BF-FAED9E80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526" y="970030"/>
            <a:ext cx="85881" cy="111646"/>
          </a:xfrm>
          <a:custGeom xmlns:a="http://schemas.openxmlformats.org/drawingml/2006/main">
            <a:pathLst>
              <a:path w="85881" h="111646">
                <a:moveTo>
                  <a:pt x="7107" y="107352"/>
                </a:moveTo>
                <a:lnTo>
                  <a:pt x="7107" y="87362"/>
                </a:lnTo>
                <a:cubicBezTo>
                  <a:pt x="11550" y="89435"/>
                  <a:pt x="15696" y="91064"/>
                  <a:pt x="19842" y="92100"/>
                </a:cubicBezTo>
                <a:cubicBezTo>
                  <a:pt x="23839" y="93137"/>
                  <a:pt x="27837" y="93581"/>
                  <a:pt x="31835" y="93581"/>
                </a:cubicBezTo>
                <a:cubicBezTo>
                  <a:pt x="40127" y="93581"/>
                  <a:pt x="46494" y="91360"/>
                  <a:pt x="51233" y="86770"/>
                </a:cubicBezTo>
                <a:cubicBezTo>
                  <a:pt x="55823" y="82179"/>
                  <a:pt x="58488" y="75368"/>
                  <a:pt x="59377" y="66188"/>
                </a:cubicBezTo>
                <a:cubicBezTo>
                  <a:pt x="56119" y="68557"/>
                  <a:pt x="52565" y="70482"/>
                  <a:pt x="48863" y="71666"/>
                </a:cubicBezTo>
                <a:cubicBezTo>
                  <a:pt x="45162" y="72851"/>
                  <a:pt x="41164" y="73443"/>
                  <a:pt x="36870" y="73443"/>
                </a:cubicBezTo>
                <a:cubicBezTo>
                  <a:pt x="25764" y="73443"/>
                  <a:pt x="16880" y="70334"/>
                  <a:pt x="10069" y="63819"/>
                </a:cubicBezTo>
                <a:cubicBezTo>
                  <a:pt x="3258" y="57452"/>
                  <a:pt x="0" y="49012"/>
                  <a:pt x="0" y="38350"/>
                </a:cubicBezTo>
                <a:cubicBezTo>
                  <a:pt x="0" y="26801"/>
                  <a:pt x="3702" y="17472"/>
                  <a:pt x="11253" y="10513"/>
                </a:cubicBezTo>
                <a:cubicBezTo>
                  <a:pt x="18805" y="3554"/>
                  <a:pt x="28874" y="0"/>
                  <a:pt x="41608" y="0"/>
                </a:cubicBezTo>
                <a:cubicBezTo>
                  <a:pt x="55675" y="0"/>
                  <a:pt x="66632" y="4738"/>
                  <a:pt x="74332" y="14215"/>
                </a:cubicBezTo>
                <a:cubicBezTo>
                  <a:pt x="82031" y="23691"/>
                  <a:pt x="85881" y="37166"/>
                  <a:pt x="85881" y="54490"/>
                </a:cubicBezTo>
                <a:cubicBezTo>
                  <a:pt x="85881" y="72407"/>
                  <a:pt x="81291" y="86474"/>
                  <a:pt x="72259" y="96542"/>
                </a:cubicBezTo>
                <a:cubicBezTo>
                  <a:pt x="63226" y="106611"/>
                  <a:pt x="50936" y="111646"/>
                  <a:pt x="35241" y="111646"/>
                </a:cubicBezTo>
                <a:cubicBezTo>
                  <a:pt x="30206" y="111646"/>
                  <a:pt x="25320" y="111201"/>
                  <a:pt x="20730" y="110609"/>
                </a:cubicBezTo>
                <a:cubicBezTo>
                  <a:pt x="15992" y="109869"/>
                  <a:pt x="11550" y="108832"/>
                  <a:pt x="7107" y="107352"/>
                </a:cubicBezTo>
                <a:close/>
                <a:moveTo>
                  <a:pt x="41460" y="55379"/>
                </a:moveTo>
                <a:cubicBezTo>
                  <a:pt x="46198" y="55379"/>
                  <a:pt x="49900" y="53898"/>
                  <a:pt x="52417" y="50640"/>
                </a:cubicBezTo>
                <a:cubicBezTo>
                  <a:pt x="54786" y="47531"/>
                  <a:pt x="56119" y="42793"/>
                  <a:pt x="56119" y="36425"/>
                </a:cubicBezTo>
                <a:cubicBezTo>
                  <a:pt x="56119" y="30206"/>
                  <a:pt x="54786" y="25468"/>
                  <a:pt x="52417" y="22211"/>
                </a:cubicBezTo>
                <a:cubicBezTo>
                  <a:pt x="49900" y="19101"/>
                  <a:pt x="46198" y="17472"/>
                  <a:pt x="41460" y="17472"/>
                </a:cubicBezTo>
                <a:cubicBezTo>
                  <a:pt x="36574" y="17472"/>
                  <a:pt x="32872" y="19101"/>
                  <a:pt x="30503" y="22211"/>
                </a:cubicBezTo>
                <a:cubicBezTo>
                  <a:pt x="27985" y="25468"/>
                  <a:pt x="26801" y="30206"/>
                  <a:pt x="26801" y="36425"/>
                </a:cubicBezTo>
                <a:cubicBezTo>
                  <a:pt x="26801" y="42793"/>
                  <a:pt x="27985" y="47531"/>
                  <a:pt x="30503" y="50640"/>
                </a:cubicBezTo>
                <a:cubicBezTo>
                  <a:pt x="32872" y="53898"/>
                  <a:pt x="36574" y="55379"/>
                  <a:pt x="41460" y="5537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8B5B4-790D-4438-86D6-E18C6CDB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039" y="1363406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572F4-09A0-4E74-A9F0-D3CA358A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062" y="1361481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53AE9-2028-4C2D-BCCA-F45BF9DD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419" y="1363406"/>
            <a:ext cx="89583" cy="107944"/>
          </a:xfrm>
          <a:custGeom xmlns:a="http://schemas.openxmlformats.org/drawingml/2006/main">
            <a:pathLst>
              <a:path w="89583" h="107944">
                <a:moveTo>
                  <a:pt x="47827" y="22951"/>
                </a:moveTo>
                <a:lnTo>
                  <a:pt x="17324" y="68113"/>
                </a:lnTo>
                <a:lnTo>
                  <a:pt x="47827" y="68113"/>
                </a:lnTo>
                <a:lnTo>
                  <a:pt x="47827" y="22951"/>
                </a:lnTo>
                <a:close/>
                <a:moveTo>
                  <a:pt x="43237" y="0"/>
                </a:moveTo>
                <a:lnTo>
                  <a:pt x="74184" y="0"/>
                </a:lnTo>
                <a:lnTo>
                  <a:pt x="74184" y="68113"/>
                </a:lnTo>
                <a:lnTo>
                  <a:pt x="89583" y="68113"/>
                </a:lnTo>
                <a:lnTo>
                  <a:pt x="89583" y="88250"/>
                </a:lnTo>
                <a:lnTo>
                  <a:pt x="74184" y="88250"/>
                </a:lnTo>
                <a:lnTo>
                  <a:pt x="74184" y="107944"/>
                </a:lnTo>
                <a:lnTo>
                  <a:pt x="47827" y="107944"/>
                </a:lnTo>
                <a:lnTo>
                  <a:pt x="47827" y="88250"/>
                </a:lnTo>
                <a:lnTo>
                  <a:pt x="0" y="88250"/>
                </a:lnTo>
                <a:lnTo>
                  <a:pt x="0" y="64411"/>
                </a:lnTo>
                <a:lnTo>
                  <a:pt x="43237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CF0DF-97EA-4850-8D2D-C65C34B9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080" y="1363406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85541-99F7-428B-90CB-CD0FA48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808" y="1363406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A44D7-D6C8-4748-90CE-B8BCE127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166" y="1361481"/>
            <a:ext cx="84845" cy="111794"/>
          </a:xfrm>
          <a:custGeom xmlns:a="http://schemas.openxmlformats.org/drawingml/2006/main">
            <a:pathLst>
              <a:path w="84845" h="111794">
                <a:moveTo>
                  <a:pt x="42496" y="61598"/>
                </a:moveTo>
                <a:cubicBezTo>
                  <a:pt x="37166" y="61598"/>
                  <a:pt x="33168" y="63078"/>
                  <a:pt x="30503" y="65892"/>
                </a:cubicBezTo>
                <a:cubicBezTo>
                  <a:pt x="27689" y="68705"/>
                  <a:pt x="26357" y="72703"/>
                  <a:pt x="26357" y="78033"/>
                </a:cubicBezTo>
                <a:cubicBezTo>
                  <a:pt x="26357" y="83364"/>
                  <a:pt x="27689" y="87510"/>
                  <a:pt x="30503" y="90323"/>
                </a:cubicBezTo>
                <a:cubicBezTo>
                  <a:pt x="33168" y="93137"/>
                  <a:pt x="37166" y="94469"/>
                  <a:pt x="42496" y="94469"/>
                </a:cubicBezTo>
                <a:cubicBezTo>
                  <a:pt x="47531" y="94469"/>
                  <a:pt x="51529" y="93137"/>
                  <a:pt x="54342" y="90323"/>
                </a:cubicBezTo>
                <a:cubicBezTo>
                  <a:pt x="57007" y="87510"/>
                  <a:pt x="58488" y="83364"/>
                  <a:pt x="58488" y="78033"/>
                </a:cubicBezTo>
                <a:cubicBezTo>
                  <a:pt x="58488" y="72703"/>
                  <a:pt x="57007" y="68705"/>
                  <a:pt x="54342" y="65892"/>
                </a:cubicBezTo>
                <a:cubicBezTo>
                  <a:pt x="51529" y="63078"/>
                  <a:pt x="47531" y="61598"/>
                  <a:pt x="42496" y="61598"/>
                </a:cubicBezTo>
                <a:close/>
                <a:moveTo>
                  <a:pt x="22211" y="52417"/>
                </a:moveTo>
                <a:cubicBezTo>
                  <a:pt x="15696" y="50492"/>
                  <a:pt x="10661" y="47531"/>
                  <a:pt x="7404" y="43385"/>
                </a:cubicBezTo>
                <a:cubicBezTo>
                  <a:pt x="3998" y="39239"/>
                  <a:pt x="2369" y="34204"/>
                  <a:pt x="2369" y="27985"/>
                </a:cubicBezTo>
                <a:cubicBezTo>
                  <a:pt x="2369" y="18805"/>
                  <a:pt x="5775" y="11846"/>
                  <a:pt x="12586" y="7107"/>
                </a:cubicBezTo>
                <a:cubicBezTo>
                  <a:pt x="19397" y="2369"/>
                  <a:pt x="29318" y="0"/>
                  <a:pt x="42496" y="0"/>
                </a:cubicBezTo>
                <a:cubicBezTo>
                  <a:pt x="55527" y="0"/>
                  <a:pt x="65447" y="2369"/>
                  <a:pt x="72259" y="7107"/>
                </a:cubicBezTo>
                <a:cubicBezTo>
                  <a:pt x="79070" y="11846"/>
                  <a:pt x="82476" y="18805"/>
                  <a:pt x="82476" y="27985"/>
                </a:cubicBezTo>
                <a:cubicBezTo>
                  <a:pt x="82476" y="34204"/>
                  <a:pt x="80699" y="39239"/>
                  <a:pt x="77441" y="43385"/>
                </a:cubicBezTo>
                <a:cubicBezTo>
                  <a:pt x="74036" y="47531"/>
                  <a:pt x="69149" y="50492"/>
                  <a:pt x="62634" y="52417"/>
                </a:cubicBezTo>
                <a:cubicBezTo>
                  <a:pt x="69890" y="54490"/>
                  <a:pt x="75368" y="57748"/>
                  <a:pt x="79218" y="62338"/>
                </a:cubicBezTo>
                <a:cubicBezTo>
                  <a:pt x="82920" y="66928"/>
                  <a:pt x="84845" y="72703"/>
                  <a:pt x="84845" y="79514"/>
                </a:cubicBezTo>
                <a:cubicBezTo>
                  <a:pt x="84845" y="90175"/>
                  <a:pt x="81291" y="98319"/>
                  <a:pt x="74184" y="103650"/>
                </a:cubicBezTo>
                <a:cubicBezTo>
                  <a:pt x="67076" y="109128"/>
                  <a:pt x="56415" y="111794"/>
                  <a:pt x="42496" y="111794"/>
                </a:cubicBezTo>
                <a:cubicBezTo>
                  <a:pt x="28430" y="111794"/>
                  <a:pt x="17769" y="109128"/>
                  <a:pt x="10661" y="103650"/>
                </a:cubicBezTo>
                <a:cubicBezTo>
                  <a:pt x="3554" y="98319"/>
                  <a:pt x="0" y="90175"/>
                  <a:pt x="0" y="79514"/>
                </a:cubicBezTo>
                <a:cubicBezTo>
                  <a:pt x="0" y="72703"/>
                  <a:pt x="1777" y="66928"/>
                  <a:pt x="5627" y="62338"/>
                </a:cubicBezTo>
                <a:cubicBezTo>
                  <a:pt x="9328" y="57748"/>
                  <a:pt x="14807" y="54490"/>
                  <a:pt x="22211" y="52417"/>
                </a:cubicBezTo>
                <a:close/>
                <a:moveTo>
                  <a:pt x="28726" y="30799"/>
                </a:moveTo>
                <a:cubicBezTo>
                  <a:pt x="28726" y="35093"/>
                  <a:pt x="29910" y="38350"/>
                  <a:pt x="32279" y="40720"/>
                </a:cubicBezTo>
                <a:cubicBezTo>
                  <a:pt x="34649" y="43089"/>
                  <a:pt x="38054" y="44125"/>
                  <a:pt x="42496" y="44125"/>
                </a:cubicBezTo>
                <a:cubicBezTo>
                  <a:pt x="46790" y="44125"/>
                  <a:pt x="50196" y="43089"/>
                  <a:pt x="52565" y="40720"/>
                </a:cubicBezTo>
                <a:cubicBezTo>
                  <a:pt x="54934" y="38350"/>
                  <a:pt x="56119" y="35093"/>
                  <a:pt x="56119" y="30799"/>
                </a:cubicBezTo>
                <a:cubicBezTo>
                  <a:pt x="56119" y="26505"/>
                  <a:pt x="54934" y="23247"/>
                  <a:pt x="52565" y="20878"/>
                </a:cubicBezTo>
                <a:cubicBezTo>
                  <a:pt x="50196" y="18657"/>
                  <a:pt x="46790" y="17472"/>
                  <a:pt x="42496" y="17472"/>
                </a:cubicBezTo>
                <a:cubicBezTo>
                  <a:pt x="38054" y="17472"/>
                  <a:pt x="34649" y="18657"/>
                  <a:pt x="32279" y="21026"/>
                </a:cubicBezTo>
                <a:cubicBezTo>
                  <a:pt x="29910" y="23395"/>
                  <a:pt x="28726" y="26653"/>
                  <a:pt x="28726" y="3079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8E996F-C90B-46B9-BACB-1FCB312C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446" y="1361481"/>
            <a:ext cx="81291" cy="111794"/>
          </a:xfrm>
          <a:custGeom xmlns:a="http://schemas.openxmlformats.org/drawingml/2006/main">
            <a:pathLst>
              <a:path w="81291" h="111794">
                <a:moveTo>
                  <a:pt x="59080" y="51677"/>
                </a:moveTo>
                <a:cubicBezTo>
                  <a:pt x="66336" y="53602"/>
                  <a:pt x="71814" y="56859"/>
                  <a:pt x="75664" y="61449"/>
                </a:cubicBezTo>
                <a:cubicBezTo>
                  <a:pt x="79366" y="66188"/>
                  <a:pt x="81291" y="72111"/>
                  <a:pt x="81291" y="79218"/>
                </a:cubicBezTo>
                <a:cubicBezTo>
                  <a:pt x="81291" y="89879"/>
                  <a:pt x="77145" y="98023"/>
                  <a:pt x="69001" y="103502"/>
                </a:cubicBezTo>
                <a:cubicBezTo>
                  <a:pt x="60709" y="109128"/>
                  <a:pt x="48863" y="111794"/>
                  <a:pt x="33168" y="111794"/>
                </a:cubicBezTo>
                <a:cubicBezTo>
                  <a:pt x="27541" y="111794"/>
                  <a:pt x="22063" y="111349"/>
                  <a:pt x="16436" y="110461"/>
                </a:cubicBezTo>
                <a:cubicBezTo>
                  <a:pt x="10809" y="109721"/>
                  <a:pt x="5331" y="108388"/>
                  <a:pt x="0" y="106611"/>
                </a:cubicBezTo>
                <a:lnTo>
                  <a:pt x="0" y="85141"/>
                </a:lnTo>
                <a:cubicBezTo>
                  <a:pt x="5182" y="87806"/>
                  <a:pt x="10365" y="89731"/>
                  <a:pt x="15547" y="91064"/>
                </a:cubicBezTo>
                <a:cubicBezTo>
                  <a:pt x="20582" y="92396"/>
                  <a:pt x="25616" y="92989"/>
                  <a:pt x="30651" y="92989"/>
                </a:cubicBezTo>
                <a:cubicBezTo>
                  <a:pt x="38054" y="92989"/>
                  <a:pt x="43681" y="91804"/>
                  <a:pt x="47531" y="89139"/>
                </a:cubicBezTo>
                <a:cubicBezTo>
                  <a:pt x="51381" y="86622"/>
                  <a:pt x="53454" y="82920"/>
                  <a:pt x="53454" y="78182"/>
                </a:cubicBezTo>
                <a:cubicBezTo>
                  <a:pt x="53454" y="73295"/>
                  <a:pt x="51381" y="69593"/>
                  <a:pt x="47383" y="67076"/>
                </a:cubicBezTo>
                <a:cubicBezTo>
                  <a:pt x="43385" y="64559"/>
                  <a:pt x="37462" y="63226"/>
                  <a:pt x="29614" y="63226"/>
                </a:cubicBezTo>
                <a:lnTo>
                  <a:pt x="18509" y="63226"/>
                </a:lnTo>
                <a:lnTo>
                  <a:pt x="18509" y="45310"/>
                </a:lnTo>
                <a:lnTo>
                  <a:pt x="30206" y="45310"/>
                </a:lnTo>
                <a:cubicBezTo>
                  <a:pt x="37166" y="45310"/>
                  <a:pt x="42348" y="44273"/>
                  <a:pt x="45754" y="42052"/>
                </a:cubicBezTo>
                <a:cubicBezTo>
                  <a:pt x="49160" y="39979"/>
                  <a:pt x="50936" y="36574"/>
                  <a:pt x="50936" y="31983"/>
                </a:cubicBezTo>
                <a:cubicBezTo>
                  <a:pt x="50936" y="27837"/>
                  <a:pt x="49160" y="24728"/>
                  <a:pt x="45902" y="22359"/>
                </a:cubicBezTo>
                <a:cubicBezTo>
                  <a:pt x="42644" y="20138"/>
                  <a:pt x="37906" y="18953"/>
                  <a:pt x="31835" y="18953"/>
                </a:cubicBezTo>
                <a:cubicBezTo>
                  <a:pt x="27393" y="18953"/>
                  <a:pt x="22803" y="19545"/>
                  <a:pt x="18213" y="20582"/>
                </a:cubicBezTo>
                <a:cubicBezTo>
                  <a:pt x="13623" y="21618"/>
                  <a:pt x="9032" y="23099"/>
                  <a:pt x="4590" y="25024"/>
                </a:cubicBezTo>
                <a:lnTo>
                  <a:pt x="4590" y="4590"/>
                </a:lnTo>
                <a:cubicBezTo>
                  <a:pt x="10069" y="3109"/>
                  <a:pt x="15547" y="1925"/>
                  <a:pt x="20878" y="1185"/>
                </a:cubicBezTo>
                <a:cubicBezTo>
                  <a:pt x="26209" y="444"/>
                  <a:pt x="31539" y="0"/>
                  <a:pt x="36870" y="0"/>
                </a:cubicBezTo>
                <a:cubicBezTo>
                  <a:pt x="50788" y="0"/>
                  <a:pt x="61301" y="2369"/>
                  <a:pt x="68261" y="6959"/>
                </a:cubicBezTo>
                <a:cubicBezTo>
                  <a:pt x="75220" y="11550"/>
                  <a:pt x="78774" y="18509"/>
                  <a:pt x="78774" y="27689"/>
                </a:cubicBezTo>
                <a:cubicBezTo>
                  <a:pt x="78774" y="34056"/>
                  <a:pt x="76997" y="39239"/>
                  <a:pt x="73739" y="43237"/>
                </a:cubicBezTo>
                <a:cubicBezTo>
                  <a:pt x="70482" y="47235"/>
                  <a:pt x="65595" y="50048"/>
                  <a:pt x="59080" y="5167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A8420-3231-469B-8727-D565B651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50" y="1363406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D8F23-0131-422A-B745-9EA1BA99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404" y="1361481"/>
            <a:ext cx="84845" cy="111794"/>
          </a:xfrm>
          <a:custGeom xmlns:a="http://schemas.openxmlformats.org/drawingml/2006/main">
            <a:pathLst>
              <a:path w="84845" h="111794">
                <a:moveTo>
                  <a:pt x="42496" y="61598"/>
                </a:moveTo>
                <a:cubicBezTo>
                  <a:pt x="37166" y="61598"/>
                  <a:pt x="33168" y="63078"/>
                  <a:pt x="30503" y="65892"/>
                </a:cubicBezTo>
                <a:cubicBezTo>
                  <a:pt x="27689" y="68705"/>
                  <a:pt x="26357" y="72703"/>
                  <a:pt x="26357" y="78033"/>
                </a:cubicBezTo>
                <a:cubicBezTo>
                  <a:pt x="26357" y="83364"/>
                  <a:pt x="27689" y="87510"/>
                  <a:pt x="30503" y="90323"/>
                </a:cubicBezTo>
                <a:cubicBezTo>
                  <a:pt x="33168" y="93137"/>
                  <a:pt x="37166" y="94469"/>
                  <a:pt x="42496" y="94469"/>
                </a:cubicBezTo>
                <a:cubicBezTo>
                  <a:pt x="47531" y="94469"/>
                  <a:pt x="51529" y="93137"/>
                  <a:pt x="54342" y="90323"/>
                </a:cubicBezTo>
                <a:cubicBezTo>
                  <a:pt x="57007" y="87510"/>
                  <a:pt x="58488" y="83364"/>
                  <a:pt x="58488" y="78033"/>
                </a:cubicBezTo>
                <a:cubicBezTo>
                  <a:pt x="58488" y="72703"/>
                  <a:pt x="57007" y="68705"/>
                  <a:pt x="54342" y="65892"/>
                </a:cubicBezTo>
                <a:cubicBezTo>
                  <a:pt x="51529" y="63078"/>
                  <a:pt x="47531" y="61598"/>
                  <a:pt x="42496" y="61598"/>
                </a:cubicBezTo>
                <a:close/>
                <a:moveTo>
                  <a:pt x="22211" y="52417"/>
                </a:moveTo>
                <a:cubicBezTo>
                  <a:pt x="15696" y="50492"/>
                  <a:pt x="10661" y="47531"/>
                  <a:pt x="7404" y="43385"/>
                </a:cubicBezTo>
                <a:cubicBezTo>
                  <a:pt x="3998" y="39239"/>
                  <a:pt x="2369" y="34204"/>
                  <a:pt x="2369" y="27985"/>
                </a:cubicBezTo>
                <a:cubicBezTo>
                  <a:pt x="2369" y="18805"/>
                  <a:pt x="5775" y="11846"/>
                  <a:pt x="12586" y="7107"/>
                </a:cubicBezTo>
                <a:cubicBezTo>
                  <a:pt x="19397" y="2369"/>
                  <a:pt x="29318" y="0"/>
                  <a:pt x="42496" y="0"/>
                </a:cubicBezTo>
                <a:cubicBezTo>
                  <a:pt x="55527" y="0"/>
                  <a:pt x="65447" y="2369"/>
                  <a:pt x="72259" y="7107"/>
                </a:cubicBezTo>
                <a:cubicBezTo>
                  <a:pt x="79070" y="11846"/>
                  <a:pt x="82476" y="18805"/>
                  <a:pt x="82476" y="27985"/>
                </a:cubicBezTo>
                <a:cubicBezTo>
                  <a:pt x="82476" y="34204"/>
                  <a:pt x="80699" y="39239"/>
                  <a:pt x="77441" y="43385"/>
                </a:cubicBezTo>
                <a:cubicBezTo>
                  <a:pt x="74036" y="47531"/>
                  <a:pt x="69149" y="50492"/>
                  <a:pt x="62634" y="52417"/>
                </a:cubicBezTo>
                <a:cubicBezTo>
                  <a:pt x="69890" y="54490"/>
                  <a:pt x="75368" y="57748"/>
                  <a:pt x="79218" y="62338"/>
                </a:cubicBezTo>
                <a:cubicBezTo>
                  <a:pt x="82920" y="66928"/>
                  <a:pt x="84845" y="72703"/>
                  <a:pt x="84845" y="79514"/>
                </a:cubicBezTo>
                <a:cubicBezTo>
                  <a:pt x="84845" y="90175"/>
                  <a:pt x="81291" y="98319"/>
                  <a:pt x="74184" y="103650"/>
                </a:cubicBezTo>
                <a:cubicBezTo>
                  <a:pt x="67076" y="109128"/>
                  <a:pt x="56415" y="111794"/>
                  <a:pt x="42496" y="111794"/>
                </a:cubicBezTo>
                <a:cubicBezTo>
                  <a:pt x="28430" y="111794"/>
                  <a:pt x="17769" y="109128"/>
                  <a:pt x="10661" y="103650"/>
                </a:cubicBezTo>
                <a:cubicBezTo>
                  <a:pt x="3554" y="98319"/>
                  <a:pt x="0" y="90175"/>
                  <a:pt x="0" y="79514"/>
                </a:cubicBezTo>
                <a:cubicBezTo>
                  <a:pt x="0" y="72703"/>
                  <a:pt x="1777" y="66928"/>
                  <a:pt x="5627" y="62338"/>
                </a:cubicBezTo>
                <a:cubicBezTo>
                  <a:pt x="9328" y="57748"/>
                  <a:pt x="14807" y="54490"/>
                  <a:pt x="22211" y="52417"/>
                </a:cubicBezTo>
                <a:close/>
                <a:moveTo>
                  <a:pt x="28726" y="30799"/>
                </a:moveTo>
                <a:cubicBezTo>
                  <a:pt x="28726" y="35093"/>
                  <a:pt x="29910" y="38350"/>
                  <a:pt x="32279" y="40720"/>
                </a:cubicBezTo>
                <a:cubicBezTo>
                  <a:pt x="34649" y="43089"/>
                  <a:pt x="38054" y="44125"/>
                  <a:pt x="42496" y="44125"/>
                </a:cubicBezTo>
                <a:cubicBezTo>
                  <a:pt x="46790" y="44125"/>
                  <a:pt x="50196" y="43089"/>
                  <a:pt x="52565" y="40720"/>
                </a:cubicBezTo>
                <a:cubicBezTo>
                  <a:pt x="54934" y="38350"/>
                  <a:pt x="56119" y="35093"/>
                  <a:pt x="56119" y="30799"/>
                </a:cubicBezTo>
                <a:cubicBezTo>
                  <a:pt x="56119" y="26505"/>
                  <a:pt x="54934" y="23247"/>
                  <a:pt x="52565" y="20878"/>
                </a:cubicBezTo>
                <a:cubicBezTo>
                  <a:pt x="50196" y="18657"/>
                  <a:pt x="46790" y="17472"/>
                  <a:pt x="42496" y="17472"/>
                </a:cubicBezTo>
                <a:cubicBezTo>
                  <a:pt x="38054" y="17472"/>
                  <a:pt x="34649" y="18657"/>
                  <a:pt x="32279" y="21026"/>
                </a:cubicBezTo>
                <a:cubicBezTo>
                  <a:pt x="29910" y="23395"/>
                  <a:pt x="28726" y="26653"/>
                  <a:pt x="28726" y="3079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4AAE1-D62C-4FB8-8349-CC311F3F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501" y="1363406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BE0BD-FBB4-449F-9A82-8EA23D92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558" y="1363406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4247A-C662-4867-A773-D43374D8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004" y="1753080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72702-6463-48CE-A3D6-3669D160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471" y="1753080"/>
            <a:ext cx="88843" cy="111794"/>
          </a:xfrm>
          <a:custGeom xmlns:a="http://schemas.openxmlformats.org/drawingml/2006/main">
            <a:pathLst>
              <a:path w="88843" h="111794">
                <a:moveTo>
                  <a:pt x="61005" y="55823"/>
                </a:moveTo>
                <a:cubicBezTo>
                  <a:pt x="61005" y="42348"/>
                  <a:pt x="59673" y="32872"/>
                  <a:pt x="57155" y="27245"/>
                </a:cubicBezTo>
                <a:cubicBezTo>
                  <a:pt x="54638" y="21766"/>
                  <a:pt x="50344" y="18953"/>
                  <a:pt x="44421" y="18953"/>
                </a:cubicBezTo>
                <a:cubicBezTo>
                  <a:pt x="38498" y="18953"/>
                  <a:pt x="34204" y="21766"/>
                  <a:pt x="31687" y="27245"/>
                </a:cubicBezTo>
                <a:cubicBezTo>
                  <a:pt x="29022" y="32872"/>
                  <a:pt x="27837" y="42348"/>
                  <a:pt x="27837" y="55823"/>
                </a:cubicBezTo>
                <a:cubicBezTo>
                  <a:pt x="27837" y="69445"/>
                  <a:pt x="29022" y="79070"/>
                  <a:pt x="31687" y="84697"/>
                </a:cubicBezTo>
                <a:cubicBezTo>
                  <a:pt x="34204" y="90323"/>
                  <a:pt x="38498" y="92989"/>
                  <a:pt x="44421" y="92989"/>
                </a:cubicBezTo>
                <a:cubicBezTo>
                  <a:pt x="50344" y="92989"/>
                  <a:pt x="54490" y="90323"/>
                  <a:pt x="57155" y="84697"/>
                </a:cubicBezTo>
                <a:cubicBezTo>
                  <a:pt x="59673" y="79070"/>
                  <a:pt x="61005" y="69445"/>
                  <a:pt x="61005" y="55823"/>
                </a:cubicBezTo>
                <a:close/>
                <a:moveTo>
                  <a:pt x="88843" y="55971"/>
                </a:moveTo>
                <a:cubicBezTo>
                  <a:pt x="88843" y="73887"/>
                  <a:pt x="84993" y="87658"/>
                  <a:pt x="77293" y="97283"/>
                </a:cubicBezTo>
                <a:cubicBezTo>
                  <a:pt x="69593" y="107055"/>
                  <a:pt x="58636" y="111794"/>
                  <a:pt x="44421" y="111794"/>
                </a:cubicBezTo>
                <a:cubicBezTo>
                  <a:pt x="30206" y="111794"/>
                  <a:pt x="19249" y="107055"/>
                  <a:pt x="11550" y="97283"/>
                </a:cubicBezTo>
                <a:cubicBezTo>
                  <a:pt x="3850" y="87658"/>
                  <a:pt x="0" y="73887"/>
                  <a:pt x="0" y="55971"/>
                </a:cubicBezTo>
                <a:cubicBezTo>
                  <a:pt x="0" y="38202"/>
                  <a:pt x="3850" y="24432"/>
                  <a:pt x="11550" y="14659"/>
                </a:cubicBezTo>
                <a:cubicBezTo>
                  <a:pt x="19249" y="4886"/>
                  <a:pt x="30206" y="0"/>
                  <a:pt x="44421" y="0"/>
                </a:cubicBezTo>
                <a:cubicBezTo>
                  <a:pt x="58636" y="0"/>
                  <a:pt x="69593" y="4886"/>
                  <a:pt x="77293" y="14659"/>
                </a:cubicBezTo>
                <a:cubicBezTo>
                  <a:pt x="84993" y="24432"/>
                  <a:pt x="88843" y="38202"/>
                  <a:pt x="88843" y="5597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E9F79-1529-4A75-B14A-E6D5DBBE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456" y="1753228"/>
            <a:ext cx="85881" cy="111646"/>
          </a:xfrm>
          <a:custGeom xmlns:a="http://schemas.openxmlformats.org/drawingml/2006/main">
            <a:pathLst>
              <a:path w="85881" h="111646">
                <a:moveTo>
                  <a:pt x="7107" y="107352"/>
                </a:moveTo>
                <a:lnTo>
                  <a:pt x="7107" y="87362"/>
                </a:lnTo>
                <a:cubicBezTo>
                  <a:pt x="11550" y="89435"/>
                  <a:pt x="15696" y="91064"/>
                  <a:pt x="19842" y="92100"/>
                </a:cubicBezTo>
                <a:cubicBezTo>
                  <a:pt x="23839" y="93137"/>
                  <a:pt x="27837" y="93581"/>
                  <a:pt x="31835" y="93581"/>
                </a:cubicBezTo>
                <a:cubicBezTo>
                  <a:pt x="40127" y="93581"/>
                  <a:pt x="46494" y="91360"/>
                  <a:pt x="51233" y="86770"/>
                </a:cubicBezTo>
                <a:cubicBezTo>
                  <a:pt x="55823" y="82179"/>
                  <a:pt x="58488" y="75368"/>
                  <a:pt x="59377" y="66188"/>
                </a:cubicBezTo>
                <a:cubicBezTo>
                  <a:pt x="56119" y="68557"/>
                  <a:pt x="52565" y="70482"/>
                  <a:pt x="48863" y="71666"/>
                </a:cubicBezTo>
                <a:cubicBezTo>
                  <a:pt x="45162" y="72851"/>
                  <a:pt x="41164" y="73443"/>
                  <a:pt x="36870" y="73443"/>
                </a:cubicBezTo>
                <a:cubicBezTo>
                  <a:pt x="25764" y="73443"/>
                  <a:pt x="16880" y="70334"/>
                  <a:pt x="10069" y="63819"/>
                </a:cubicBezTo>
                <a:cubicBezTo>
                  <a:pt x="3258" y="57452"/>
                  <a:pt x="0" y="49012"/>
                  <a:pt x="0" y="38350"/>
                </a:cubicBezTo>
                <a:cubicBezTo>
                  <a:pt x="0" y="26801"/>
                  <a:pt x="3702" y="17472"/>
                  <a:pt x="11253" y="10513"/>
                </a:cubicBezTo>
                <a:cubicBezTo>
                  <a:pt x="18805" y="3554"/>
                  <a:pt x="28874" y="0"/>
                  <a:pt x="41608" y="0"/>
                </a:cubicBezTo>
                <a:cubicBezTo>
                  <a:pt x="55675" y="0"/>
                  <a:pt x="66632" y="4738"/>
                  <a:pt x="74332" y="14215"/>
                </a:cubicBezTo>
                <a:cubicBezTo>
                  <a:pt x="82031" y="23691"/>
                  <a:pt x="85881" y="37166"/>
                  <a:pt x="85881" y="54490"/>
                </a:cubicBezTo>
                <a:cubicBezTo>
                  <a:pt x="85881" y="72407"/>
                  <a:pt x="81291" y="86474"/>
                  <a:pt x="72259" y="96542"/>
                </a:cubicBezTo>
                <a:cubicBezTo>
                  <a:pt x="63226" y="106611"/>
                  <a:pt x="50936" y="111646"/>
                  <a:pt x="35241" y="111646"/>
                </a:cubicBezTo>
                <a:cubicBezTo>
                  <a:pt x="30206" y="111646"/>
                  <a:pt x="25320" y="111201"/>
                  <a:pt x="20730" y="110609"/>
                </a:cubicBezTo>
                <a:cubicBezTo>
                  <a:pt x="15992" y="109869"/>
                  <a:pt x="11550" y="108832"/>
                  <a:pt x="7107" y="107352"/>
                </a:cubicBezTo>
                <a:close/>
                <a:moveTo>
                  <a:pt x="41460" y="55379"/>
                </a:moveTo>
                <a:cubicBezTo>
                  <a:pt x="46198" y="55379"/>
                  <a:pt x="49900" y="53898"/>
                  <a:pt x="52417" y="50640"/>
                </a:cubicBezTo>
                <a:cubicBezTo>
                  <a:pt x="54786" y="47531"/>
                  <a:pt x="56119" y="42793"/>
                  <a:pt x="56119" y="36425"/>
                </a:cubicBezTo>
                <a:cubicBezTo>
                  <a:pt x="56119" y="30206"/>
                  <a:pt x="54786" y="25468"/>
                  <a:pt x="52417" y="22211"/>
                </a:cubicBezTo>
                <a:cubicBezTo>
                  <a:pt x="49900" y="19101"/>
                  <a:pt x="46198" y="17472"/>
                  <a:pt x="41460" y="17472"/>
                </a:cubicBezTo>
                <a:cubicBezTo>
                  <a:pt x="36574" y="17472"/>
                  <a:pt x="32872" y="19101"/>
                  <a:pt x="30503" y="22211"/>
                </a:cubicBezTo>
                <a:cubicBezTo>
                  <a:pt x="27985" y="25468"/>
                  <a:pt x="26801" y="30206"/>
                  <a:pt x="26801" y="36425"/>
                </a:cubicBezTo>
                <a:cubicBezTo>
                  <a:pt x="26801" y="42793"/>
                  <a:pt x="27985" y="47531"/>
                  <a:pt x="30503" y="50640"/>
                </a:cubicBezTo>
                <a:cubicBezTo>
                  <a:pt x="32872" y="53898"/>
                  <a:pt x="36574" y="55379"/>
                  <a:pt x="41460" y="5537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25073-956E-4D91-B2A1-CEF5FB3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885" y="1755004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2B6E5-B574-47E0-85CE-D11874E3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318" y="1753080"/>
            <a:ext cx="88843" cy="111794"/>
          </a:xfrm>
          <a:custGeom xmlns:a="http://schemas.openxmlformats.org/drawingml/2006/main">
            <a:pathLst>
              <a:path w="88843" h="111794">
                <a:moveTo>
                  <a:pt x="61005" y="55823"/>
                </a:moveTo>
                <a:cubicBezTo>
                  <a:pt x="61005" y="42348"/>
                  <a:pt x="59673" y="32872"/>
                  <a:pt x="57155" y="27245"/>
                </a:cubicBezTo>
                <a:cubicBezTo>
                  <a:pt x="54638" y="21766"/>
                  <a:pt x="50344" y="18953"/>
                  <a:pt x="44421" y="18953"/>
                </a:cubicBezTo>
                <a:cubicBezTo>
                  <a:pt x="38498" y="18953"/>
                  <a:pt x="34204" y="21766"/>
                  <a:pt x="31687" y="27245"/>
                </a:cubicBezTo>
                <a:cubicBezTo>
                  <a:pt x="29022" y="32872"/>
                  <a:pt x="27837" y="42348"/>
                  <a:pt x="27837" y="55823"/>
                </a:cubicBezTo>
                <a:cubicBezTo>
                  <a:pt x="27837" y="69445"/>
                  <a:pt x="29022" y="79070"/>
                  <a:pt x="31687" y="84697"/>
                </a:cubicBezTo>
                <a:cubicBezTo>
                  <a:pt x="34204" y="90323"/>
                  <a:pt x="38498" y="92989"/>
                  <a:pt x="44421" y="92989"/>
                </a:cubicBezTo>
                <a:cubicBezTo>
                  <a:pt x="50344" y="92989"/>
                  <a:pt x="54490" y="90323"/>
                  <a:pt x="57155" y="84697"/>
                </a:cubicBezTo>
                <a:cubicBezTo>
                  <a:pt x="59673" y="79070"/>
                  <a:pt x="61005" y="69445"/>
                  <a:pt x="61005" y="55823"/>
                </a:cubicBezTo>
                <a:close/>
                <a:moveTo>
                  <a:pt x="88843" y="55971"/>
                </a:moveTo>
                <a:cubicBezTo>
                  <a:pt x="88843" y="73887"/>
                  <a:pt x="84993" y="87658"/>
                  <a:pt x="77293" y="97283"/>
                </a:cubicBezTo>
                <a:cubicBezTo>
                  <a:pt x="69593" y="107055"/>
                  <a:pt x="58636" y="111794"/>
                  <a:pt x="44421" y="111794"/>
                </a:cubicBezTo>
                <a:cubicBezTo>
                  <a:pt x="30206" y="111794"/>
                  <a:pt x="19249" y="107055"/>
                  <a:pt x="11550" y="97283"/>
                </a:cubicBezTo>
                <a:cubicBezTo>
                  <a:pt x="3850" y="87658"/>
                  <a:pt x="0" y="73887"/>
                  <a:pt x="0" y="55971"/>
                </a:cubicBezTo>
                <a:cubicBezTo>
                  <a:pt x="0" y="38202"/>
                  <a:pt x="3850" y="24432"/>
                  <a:pt x="11550" y="14659"/>
                </a:cubicBezTo>
                <a:cubicBezTo>
                  <a:pt x="19249" y="4886"/>
                  <a:pt x="30206" y="0"/>
                  <a:pt x="44421" y="0"/>
                </a:cubicBezTo>
                <a:cubicBezTo>
                  <a:pt x="58636" y="0"/>
                  <a:pt x="69593" y="4886"/>
                  <a:pt x="77293" y="14659"/>
                </a:cubicBezTo>
                <a:cubicBezTo>
                  <a:pt x="84993" y="24432"/>
                  <a:pt x="88843" y="38202"/>
                  <a:pt x="88843" y="5597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E1A32-1DFC-46E5-9403-88787463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34" y="1755004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D5A09-CC62-43EE-8445-90715D07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731" y="1755004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CAB49-1389-44BA-BBBF-A604272F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458" y="1755004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9FECA-A88A-46D6-83DC-93265EFD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146" y="1753080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097CE-EB8A-458F-86CA-8BC07BC8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73" y="1755004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3EB5C-CA15-43E3-88D9-481989C7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501" y="1755004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82A32-A980-45BA-BBD8-4339A6A1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747" y="1753080"/>
            <a:ext cx="81291" cy="111794"/>
          </a:xfrm>
          <a:custGeom xmlns:a="http://schemas.openxmlformats.org/drawingml/2006/main">
            <a:pathLst>
              <a:path w="81291" h="111794">
                <a:moveTo>
                  <a:pt x="59080" y="51677"/>
                </a:moveTo>
                <a:cubicBezTo>
                  <a:pt x="66336" y="53602"/>
                  <a:pt x="71814" y="56859"/>
                  <a:pt x="75664" y="61449"/>
                </a:cubicBezTo>
                <a:cubicBezTo>
                  <a:pt x="79366" y="66188"/>
                  <a:pt x="81291" y="72111"/>
                  <a:pt x="81291" y="79218"/>
                </a:cubicBezTo>
                <a:cubicBezTo>
                  <a:pt x="81291" y="89879"/>
                  <a:pt x="77145" y="98023"/>
                  <a:pt x="69001" y="103502"/>
                </a:cubicBezTo>
                <a:cubicBezTo>
                  <a:pt x="60709" y="109128"/>
                  <a:pt x="48863" y="111794"/>
                  <a:pt x="33168" y="111794"/>
                </a:cubicBezTo>
                <a:cubicBezTo>
                  <a:pt x="27541" y="111794"/>
                  <a:pt x="22063" y="111349"/>
                  <a:pt x="16436" y="110461"/>
                </a:cubicBezTo>
                <a:cubicBezTo>
                  <a:pt x="10809" y="109721"/>
                  <a:pt x="5331" y="108388"/>
                  <a:pt x="0" y="106611"/>
                </a:cubicBezTo>
                <a:lnTo>
                  <a:pt x="0" y="85141"/>
                </a:lnTo>
                <a:cubicBezTo>
                  <a:pt x="5182" y="87806"/>
                  <a:pt x="10365" y="89731"/>
                  <a:pt x="15547" y="91064"/>
                </a:cubicBezTo>
                <a:cubicBezTo>
                  <a:pt x="20582" y="92396"/>
                  <a:pt x="25616" y="92989"/>
                  <a:pt x="30651" y="92989"/>
                </a:cubicBezTo>
                <a:cubicBezTo>
                  <a:pt x="38054" y="92989"/>
                  <a:pt x="43681" y="91804"/>
                  <a:pt x="47531" y="89139"/>
                </a:cubicBezTo>
                <a:cubicBezTo>
                  <a:pt x="51381" y="86622"/>
                  <a:pt x="53454" y="82920"/>
                  <a:pt x="53454" y="78182"/>
                </a:cubicBezTo>
                <a:cubicBezTo>
                  <a:pt x="53454" y="73295"/>
                  <a:pt x="51381" y="69593"/>
                  <a:pt x="47383" y="67076"/>
                </a:cubicBezTo>
                <a:cubicBezTo>
                  <a:pt x="43385" y="64559"/>
                  <a:pt x="37462" y="63226"/>
                  <a:pt x="29614" y="63226"/>
                </a:cubicBezTo>
                <a:lnTo>
                  <a:pt x="18509" y="63226"/>
                </a:lnTo>
                <a:lnTo>
                  <a:pt x="18509" y="45310"/>
                </a:lnTo>
                <a:lnTo>
                  <a:pt x="30206" y="45310"/>
                </a:lnTo>
                <a:cubicBezTo>
                  <a:pt x="37166" y="45310"/>
                  <a:pt x="42348" y="44273"/>
                  <a:pt x="45754" y="42052"/>
                </a:cubicBezTo>
                <a:cubicBezTo>
                  <a:pt x="49160" y="39979"/>
                  <a:pt x="50936" y="36574"/>
                  <a:pt x="50936" y="31983"/>
                </a:cubicBezTo>
                <a:cubicBezTo>
                  <a:pt x="50936" y="27837"/>
                  <a:pt x="49160" y="24728"/>
                  <a:pt x="45902" y="22359"/>
                </a:cubicBezTo>
                <a:cubicBezTo>
                  <a:pt x="42644" y="20138"/>
                  <a:pt x="37906" y="18953"/>
                  <a:pt x="31835" y="18953"/>
                </a:cubicBezTo>
                <a:cubicBezTo>
                  <a:pt x="27393" y="18953"/>
                  <a:pt x="22803" y="19545"/>
                  <a:pt x="18213" y="20582"/>
                </a:cubicBezTo>
                <a:cubicBezTo>
                  <a:pt x="13623" y="21618"/>
                  <a:pt x="9032" y="23099"/>
                  <a:pt x="4590" y="25024"/>
                </a:cubicBezTo>
                <a:lnTo>
                  <a:pt x="4590" y="4590"/>
                </a:lnTo>
                <a:cubicBezTo>
                  <a:pt x="10069" y="3109"/>
                  <a:pt x="15547" y="1925"/>
                  <a:pt x="20878" y="1185"/>
                </a:cubicBezTo>
                <a:cubicBezTo>
                  <a:pt x="26209" y="444"/>
                  <a:pt x="31539" y="0"/>
                  <a:pt x="36870" y="0"/>
                </a:cubicBezTo>
                <a:cubicBezTo>
                  <a:pt x="50788" y="0"/>
                  <a:pt x="61301" y="2369"/>
                  <a:pt x="68261" y="6959"/>
                </a:cubicBezTo>
                <a:cubicBezTo>
                  <a:pt x="75220" y="11550"/>
                  <a:pt x="78774" y="18509"/>
                  <a:pt x="78774" y="27689"/>
                </a:cubicBezTo>
                <a:cubicBezTo>
                  <a:pt x="78774" y="34056"/>
                  <a:pt x="76997" y="39239"/>
                  <a:pt x="73739" y="43237"/>
                </a:cubicBezTo>
                <a:cubicBezTo>
                  <a:pt x="70482" y="47235"/>
                  <a:pt x="65595" y="50048"/>
                  <a:pt x="59080" y="5167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386B5-EBDE-4899-A2EE-9D1BE700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603" y="2201390"/>
            <a:ext cx="45458" cy="21026"/>
          </a:xfrm>
          <a:custGeom xmlns:a="http://schemas.openxmlformats.org/drawingml/2006/main">
            <a:pathLst>
              <a:path w="45458" h="21026">
                <a:moveTo>
                  <a:pt x="0" y="0"/>
                </a:moveTo>
                <a:lnTo>
                  <a:pt x="45458" y="0"/>
                </a:lnTo>
                <a:lnTo>
                  <a:pt x="45458" y="21026"/>
                </a:lnTo>
                <a:lnTo>
                  <a:pt x="0" y="210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BD1DF-FBE3-4F4B-8FEB-4E921EC5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488" y="2146603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59A80-8EA0-4EAE-A991-7A10A2B9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377" y="2144678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B5054-B60A-4ED7-9DB8-5A770529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523" y="2144678"/>
            <a:ext cx="81291" cy="111794"/>
          </a:xfrm>
          <a:custGeom xmlns:a="http://schemas.openxmlformats.org/drawingml/2006/main">
            <a:pathLst>
              <a:path w="81291" h="111794">
                <a:moveTo>
                  <a:pt x="59080" y="51677"/>
                </a:moveTo>
                <a:cubicBezTo>
                  <a:pt x="66336" y="53602"/>
                  <a:pt x="71814" y="56859"/>
                  <a:pt x="75664" y="61449"/>
                </a:cubicBezTo>
                <a:cubicBezTo>
                  <a:pt x="79366" y="66188"/>
                  <a:pt x="81291" y="72111"/>
                  <a:pt x="81291" y="79218"/>
                </a:cubicBezTo>
                <a:cubicBezTo>
                  <a:pt x="81291" y="89879"/>
                  <a:pt x="77145" y="98023"/>
                  <a:pt x="69001" y="103502"/>
                </a:cubicBezTo>
                <a:cubicBezTo>
                  <a:pt x="60709" y="109128"/>
                  <a:pt x="48863" y="111794"/>
                  <a:pt x="33168" y="111794"/>
                </a:cubicBezTo>
                <a:cubicBezTo>
                  <a:pt x="27541" y="111794"/>
                  <a:pt x="22063" y="111349"/>
                  <a:pt x="16436" y="110461"/>
                </a:cubicBezTo>
                <a:cubicBezTo>
                  <a:pt x="10809" y="109721"/>
                  <a:pt x="5331" y="108388"/>
                  <a:pt x="0" y="106611"/>
                </a:cubicBezTo>
                <a:lnTo>
                  <a:pt x="0" y="85141"/>
                </a:lnTo>
                <a:cubicBezTo>
                  <a:pt x="5182" y="87806"/>
                  <a:pt x="10365" y="89731"/>
                  <a:pt x="15547" y="91064"/>
                </a:cubicBezTo>
                <a:cubicBezTo>
                  <a:pt x="20582" y="92396"/>
                  <a:pt x="25616" y="92989"/>
                  <a:pt x="30651" y="92989"/>
                </a:cubicBezTo>
                <a:cubicBezTo>
                  <a:pt x="38054" y="92989"/>
                  <a:pt x="43681" y="91804"/>
                  <a:pt x="47531" y="89139"/>
                </a:cubicBezTo>
                <a:cubicBezTo>
                  <a:pt x="51381" y="86622"/>
                  <a:pt x="53454" y="82920"/>
                  <a:pt x="53454" y="78182"/>
                </a:cubicBezTo>
                <a:cubicBezTo>
                  <a:pt x="53454" y="73295"/>
                  <a:pt x="51381" y="69593"/>
                  <a:pt x="47383" y="67076"/>
                </a:cubicBezTo>
                <a:cubicBezTo>
                  <a:pt x="43385" y="64559"/>
                  <a:pt x="37462" y="63226"/>
                  <a:pt x="29614" y="63226"/>
                </a:cubicBezTo>
                <a:lnTo>
                  <a:pt x="18509" y="63226"/>
                </a:lnTo>
                <a:lnTo>
                  <a:pt x="18509" y="45310"/>
                </a:lnTo>
                <a:lnTo>
                  <a:pt x="30206" y="45310"/>
                </a:lnTo>
                <a:cubicBezTo>
                  <a:pt x="37166" y="45310"/>
                  <a:pt x="42348" y="44273"/>
                  <a:pt x="45754" y="42052"/>
                </a:cubicBezTo>
                <a:cubicBezTo>
                  <a:pt x="49160" y="39979"/>
                  <a:pt x="50936" y="36574"/>
                  <a:pt x="50936" y="31983"/>
                </a:cubicBezTo>
                <a:cubicBezTo>
                  <a:pt x="50936" y="27837"/>
                  <a:pt x="49160" y="24728"/>
                  <a:pt x="45902" y="22359"/>
                </a:cubicBezTo>
                <a:cubicBezTo>
                  <a:pt x="42644" y="20138"/>
                  <a:pt x="37906" y="18953"/>
                  <a:pt x="31835" y="18953"/>
                </a:cubicBezTo>
                <a:cubicBezTo>
                  <a:pt x="27393" y="18953"/>
                  <a:pt x="22803" y="19545"/>
                  <a:pt x="18213" y="20582"/>
                </a:cubicBezTo>
                <a:cubicBezTo>
                  <a:pt x="13623" y="21618"/>
                  <a:pt x="9032" y="23099"/>
                  <a:pt x="4590" y="25024"/>
                </a:cubicBezTo>
                <a:lnTo>
                  <a:pt x="4590" y="4590"/>
                </a:lnTo>
                <a:cubicBezTo>
                  <a:pt x="10069" y="3109"/>
                  <a:pt x="15547" y="1925"/>
                  <a:pt x="20878" y="1185"/>
                </a:cubicBezTo>
                <a:cubicBezTo>
                  <a:pt x="26209" y="444"/>
                  <a:pt x="31539" y="0"/>
                  <a:pt x="36870" y="0"/>
                </a:cubicBezTo>
                <a:cubicBezTo>
                  <a:pt x="50788" y="0"/>
                  <a:pt x="61301" y="2369"/>
                  <a:pt x="68261" y="6959"/>
                </a:cubicBezTo>
                <a:cubicBezTo>
                  <a:pt x="75220" y="11550"/>
                  <a:pt x="78774" y="18509"/>
                  <a:pt x="78774" y="27689"/>
                </a:cubicBezTo>
                <a:cubicBezTo>
                  <a:pt x="78774" y="34056"/>
                  <a:pt x="76997" y="39239"/>
                  <a:pt x="73739" y="43237"/>
                </a:cubicBezTo>
                <a:cubicBezTo>
                  <a:pt x="70482" y="47235"/>
                  <a:pt x="65595" y="50048"/>
                  <a:pt x="59080" y="5167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06147-446C-4EA3-8C55-CB0114B0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257" y="2146603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643CB-9D9B-4D62-9C82-7493B322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181" y="2146603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95ABD-373C-4699-873A-2148375B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73" y="2146603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7D122-D48D-47B4-B5AA-32CF324D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58" y="2146603"/>
            <a:ext cx="89583" cy="107944"/>
          </a:xfrm>
          <a:custGeom xmlns:a="http://schemas.openxmlformats.org/drawingml/2006/main">
            <a:pathLst>
              <a:path w="89583" h="107944">
                <a:moveTo>
                  <a:pt x="47827" y="22951"/>
                </a:moveTo>
                <a:lnTo>
                  <a:pt x="17324" y="68113"/>
                </a:lnTo>
                <a:lnTo>
                  <a:pt x="47827" y="68113"/>
                </a:lnTo>
                <a:lnTo>
                  <a:pt x="47827" y="22951"/>
                </a:lnTo>
                <a:close/>
                <a:moveTo>
                  <a:pt x="43237" y="0"/>
                </a:moveTo>
                <a:lnTo>
                  <a:pt x="74184" y="0"/>
                </a:lnTo>
                <a:lnTo>
                  <a:pt x="74184" y="68113"/>
                </a:lnTo>
                <a:lnTo>
                  <a:pt x="89583" y="68113"/>
                </a:lnTo>
                <a:lnTo>
                  <a:pt x="89583" y="88250"/>
                </a:lnTo>
                <a:lnTo>
                  <a:pt x="74184" y="88250"/>
                </a:lnTo>
                <a:lnTo>
                  <a:pt x="74184" y="107944"/>
                </a:lnTo>
                <a:lnTo>
                  <a:pt x="47827" y="107944"/>
                </a:lnTo>
                <a:lnTo>
                  <a:pt x="47827" y="88250"/>
                </a:lnTo>
                <a:lnTo>
                  <a:pt x="0" y="88250"/>
                </a:lnTo>
                <a:lnTo>
                  <a:pt x="0" y="64411"/>
                </a:lnTo>
                <a:lnTo>
                  <a:pt x="43237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1C3B1-EBBB-4443-9997-3C4E3133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530" y="2536277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2057D-0AEC-4E4C-8838-97CA18FD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26" y="2592989"/>
            <a:ext cx="45458" cy="21026"/>
          </a:xfrm>
          <a:custGeom xmlns:a="http://schemas.openxmlformats.org/drawingml/2006/main">
            <a:pathLst>
              <a:path w="45458" h="21026">
                <a:moveTo>
                  <a:pt x="0" y="0"/>
                </a:moveTo>
                <a:lnTo>
                  <a:pt x="45458" y="0"/>
                </a:lnTo>
                <a:lnTo>
                  <a:pt x="45458" y="21026"/>
                </a:lnTo>
                <a:lnTo>
                  <a:pt x="0" y="210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26B41-37B5-4D21-ACD3-BA460E1C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377" y="2536277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00676-24F0-42B2-961C-DBDDBC61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34" y="2538202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B67C0-2030-4636-88BB-FBE3D732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223" y="2536277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8A5B7-1BE6-44D3-86DE-CB8EF5C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181" y="2538202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A3CBB-8DEA-4208-8A54-A74F76B6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247" y="2538202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209FE-246B-45D1-A714-17A9A5CA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567" y="2538202"/>
            <a:ext cx="89583" cy="107944"/>
          </a:xfrm>
          <a:custGeom xmlns:a="http://schemas.openxmlformats.org/drawingml/2006/main">
            <a:pathLst>
              <a:path w="89583" h="107944">
                <a:moveTo>
                  <a:pt x="47827" y="22951"/>
                </a:moveTo>
                <a:lnTo>
                  <a:pt x="17324" y="68113"/>
                </a:lnTo>
                <a:lnTo>
                  <a:pt x="47827" y="68113"/>
                </a:lnTo>
                <a:lnTo>
                  <a:pt x="47827" y="22951"/>
                </a:lnTo>
                <a:close/>
                <a:moveTo>
                  <a:pt x="43237" y="0"/>
                </a:moveTo>
                <a:lnTo>
                  <a:pt x="74184" y="0"/>
                </a:lnTo>
                <a:lnTo>
                  <a:pt x="74184" y="68113"/>
                </a:lnTo>
                <a:lnTo>
                  <a:pt x="89583" y="68113"/>
                </a:lnTo>
                <a:lnTo>
                  <a:pt x="89583" y="88250"/>
                </a:lnTo>
                <a:lnTo>
                  <a:pt x="74184" y="88250"/>
                </a:lnTo>
                <a:lnTo>
                  <a:pt x="74184" y="107944"/>
                </a:lnTo>
                <a:lnTo>
                  <a:pt x="47827" y="107944"/>
                </a:lnTo>
                <a:lnTo>
                  <a:pt x="47827" y="88250"/>
                </a:lnTo>
                <a:lnTo>
                  <a:pt x="0" y="88250"/>
                </a:lnTo>
                <a:lnTo>
                  <a:pt x="0" y="64411"/>
                </a:lnTo>
                <a:lnTo>
                  <a:pt x="43237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B9CDC-B558-4129-9060-8225C406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215" y="2538202"/>
            <a:ext cx="81291" cy="107944"/>
          </a:xfrm>
          <a:custGeom xmlns:a="http://schemas.openxmlformats.org/drawingml/2006/main">
            <a:pathLst>
              <a:path w="81291" h="107944">
                <a:moveTo>
                  <a:pt x="0" y="0"/>
                </a:moveTo>
                <a:lnTo>
                  <a:pt x="81291" y="0"/>
                </a:lnTo>
                <a:lnTo>
                  <a:pt x="81291" y="15696"/>
                </a:lnTo>
                <a:lnTo>
                  <a:pt x="39239" y="107944"/>
                </a:lnTo>
                <a:lnTo>
                  <a:pt x="12142" y="107944"/>
                </a:lnTo>
                <a:lnTo>
                  <a:pt x="51973" y="20434"/>
                </a:lnTo>
                <a:lnTo>
                  <a:pt x="0" y="2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5B316-32CD-4BBA-939E-F143172E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708" y="2929801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F1159-E0F8-4948-91A7-85889222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285" y="2927876"/>
            <a:ext cx="81291" cy="111794"/>
          </a:xfrm>
          <a:custGeom xmlns:a="http://schemas.openxmlformats.org/drawingml/2006/main">
            <a:pathLst>
              <a:path w="81291" h="111794">
                <a:moveTo>
                  <a:pt x="59080" y="51677"/>
                </a:moveTo>
                <a:cubicBezTo>
                  <a:pt x="66336" y="53602"/>
                  <a:pt x="71814" y="56859"/>
                  <a:pt x="75664" y="61449"/>
                </a:cubicBezTo>
                <a:cubicBezTo>
                  <a:pt x="79366" y="66188"/>
                  <a:pt x="81291" y="72111"/>
                  <a:pt x="81291" y="79218"/>
                </a:cubicBezTo>
                <a:cubicBezTo>
                  <a:pt x="81291" y="89879"/>
                  <a:pt x="77145" y="98023"/>
                  <a:pt x="69001" y="103502"/>
                </a:cubicBezTo>
                <a:cubicBezTo>
                  <a:pt x="60709" y="109128"/>
                  <a:pt x="48863" y="111794"/>
                  <a:pt x="33168" y="111794"/>
                </a:cubicBezTo>
                <a:cubicBezTo>
                  <a:pt x="27541" y="111794"/>
                  <a:pt x="22063" y="111349"/>
                  <a:pt x="16436" y="110461"/>
                </a:cubicBezTo>
                <a:cubicBezTo>
                  <a:pt x="10809" y="109721"/>
                  <a:pt x="5331" y="108388"/>
                  <a:pt x="0" y="106611"/>
                </a:cubicBezTo>
                <a:lnTo>
                  <a:pt x="0" y="85141"/>
                </a:lnTo>
                <a:cubicBezTo>
                  <a:pt x="5182" y="87806"/>
                  <a:pt x="10365" y="89731"/>
                  <a:pt x="15547" y="91064"/>
                </a:cubicBezTo>
                <a:cubicBezTo>
                  <a:pt x="20582" y="92396"/>
                  <a:pt x="25616" y="92989"/>
                  <a:pt x="30651" y="92989"/>
                </a:cubicBezTo>
                <a:cubicBezTo>
                  <a:pt x="38054" y="92989"/>
                  <a:pt x="43681" y="91804"/>
                  <a:pt x="47531" y="89139"/>
                </a:cubicBezTo>
                <a:cubicBezTo>
                  <a:pt x="51381" y="86622"/>
                  <a:pt x="53454" y="82920"/>
                  <a:pt x="53454" y="78182"/>
                </a:cubicBezTo>
                <a:cubicBezTo>
                  <a:pt x="53454" y="73295"/>
                  <a:pt x="51381" y="69593"/>
                  <a:pt x="47383" y="67076"/>
                </a:cubicBezTo>
                <a:cubicBezTo>
                  <a:pt x="43385" y="64559"/>
                  <a:pt x="37462" y="63226"/>
                  <a:pt x="29614" y="63226"/>
                </a:cubicBezTo>
                <a:lnTo>
                  <a:pt x="18509" y="63226"/>
                </a:lnTo>
                <a:lnTo>
                  <a:pt x="18509" y="45310"/>
                </a:lnTo>
                <a:lnTo>
                  <a:pt x="30206" y="45310"/>
                </a:lnTo>
                <a:cubicBezTo>
                  <a:pt x="37166" y="45310"/>
                  <a:pt x="42348" y="44273"/>
                  <a:pt x="45754" y="42052"/>
                </a:cubicBezTo>
                <a:cubicBezTo>
                  <a:pt x="49160" y="39979"/>
                  <a:pt x="50936" y="36574"/>
                  <a:pt x="50936" y="31983"/>
                </a:cubicBezTo>
                <a:cubicBezTo>
                  <a:pt x="50936" y="27837"/>
                  <a:pt x="49160" y="24728"/>
                  <a:pt x="45902" y="22359"/>
                </a:cubicBezTo>
                <a:cubicBezTo>
                  <a:pt x="42644" y="20138"/>
                  <a:pt x="37906" y="18953"/>
                  <a:pt x="31835" y="18953"/>
                </a:cubicBezTo>
                <a:cubicBezTo>
                  <a:pt x="27393" y="18953"/>
                  <a:pt x="22803" y="19545"/>
                  <a:pt x="18213" y="20582"/>
                </a:cubicBezTo>
                <a:cubicBezTo>
                  <a:pt x="13623" y="21618"/>
                  <a:pt x="9032" y="23099"/>
                  <a:pt x="4590" y="25024"/>
                </a:cubicBezTo>
                <a:lnTo>
                  <a:pt x="4590" y="4590"/>
                </a:lnTo>
                <a:cubicBezTo>
                  <a:pt x="10069" y="3109"/>
                  <a:pt x="15547" y="1925"/>
                  <a:pt x="20878" y="1185"/>
                </a:cubicBezTo>
                <a:cubicBezTo>
                  <a:pt x="26209" y="444"/>
                  <a:pt x="31539" y="0"/>
                  <a:pt x="36870" y="0"/>
                </a:cubicBezTo>
                <a:cubicBezTo>
                  <a:pt x="50788" y="0"/>
                  <a:pt x="61301" y="2369"/>
                  <a:pt x="68261" y="6959"/>
                </a:cubicBezTo>
                <a:cubicBezTo>
                  <a:pt x="75220" y="11550"/>
                  <a:pt x="78774" y="18509"/>
                  <a:pt x="78774" y="27689"/>
                </a:cubicBezTo>
                <a:cubicBezTo>
                  <a:pt x="78774" y="34056"/>
                  <a:pt x="76997" y="39239"/>
                  <a:pt x="73739" y="43237"/>
                </a:cubicBezTo>
                <a:cubicBezTo>
                  <a:pt x="70482" y="47235"/>
                  <a:pt x="65595" y="50048"/>
                  <a:pt x="59080" y="5167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6F421-4767-42C9-83AD-2CE424AF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962" y="2929801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8A8B7-3E44-49B9-A911-011C3698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320" y="2927876"/>
            <a:ext cx="84845" cy="111794"/>
          </a:xfrm>
          <a:custGeom xmlns:a="http://schemas.openxmlformats.org/drawingml/2006/main">
            <a:pathLst>
              <a:path w="84845" h="111794">
                <a:moveTo>
                  <a:pt x="42496" y="61598"/>
                </a:moveTo>
                <a:cubicBezTo>
                  <a:pt x="37166" y="61598"/>
                  <a:pt x="33168" y="63078"/>
                  <a:pt x="30503" y="65892"/>
                </a:cubicBezTo>
                <a:cubicBezTo>
                  <a:pt x="27689" y="68705"/>
                  <a:pt x="26357" y="72703"/>
                  <a:pt x="26357" y="78033"/>
                </a:cubicBezTo>
                <a:cubicBezTo>
                  <a:pt x="26357" y="83364"/>
                  <a:pt x="27689" y="87510"/>
                  <a:pt x="30503" y="90323"/>
                </a:cubicBezTo>
                <a:cubicBezTo>
                  <a:pt x="33168" y="93137"/>
                  <a:pt x="37166" y="94469"/>
                  <a:pt x="42496" y="94469"/>
                </a:cubicBezTo>
                <a:cubicBezTo>
                  <a:pt x="47531" y="94469"/>
                  <a:pt x="51529" y="93137"/>
                  <a:pt x="54342" y="90323"/>
                </a:cubicBezTo>
                <a:cubicBezTo>
                  <a:pt x="57007" y="87510"/>
                  <a:pt x="58488" y="83364"/>
                  <a:pt x="58488" y="78033"/>
                </a:cubicBezTo>
                <a:cubicBezTo>
                  <a:pt x="58488" y="72703"/>
                  <a:pt x="57007" y="68705"/>
                  <a:pt x="54342" y="65892"/>
                </a:cubicBezTo>
                <a:cubicBezTo>
                  <a:pt x="51529" y="63078"/>
                  <a:pt x="47531" y="61598"/>
                  <a:pt x="42496" y="61598"/>
                </a:cubicBezTo>
                <a:close/>
                <a:moveTo>
                  <a:pt x="22211" y="52417"/>
                </a:moveTo>
                <a:cubicBezTo>
                  <a:pt x="15696" y="50492"/>
                  <a:pt x="10661" y="47531"/>
                  <a:pt x="7404" y="43385"/>
                </a:cubicBezTo>
                <a:cubicBezTo>
                  <a:pt x="3998" y="39239"/>
                  <a:pt x="2369" y="34204"/>
                  <a:pt x="2369" y="27985"/>
                </a:cubicBezTo>
                <a:cubicBezTo>
                  <a:pt x="2369" y="18805"/>
                  <a:pt x="5775" y="11846"/>
                  <a:pt x="12586" y="7107"/>
                </a:cubicBezTo>
                <a:cubicBezTo>
                  <a:pt x="19397" y="2369"/>
                  <a:pt x="29318" y="0"/>
                  <a:pt x="42496" y="0"/>
                </a:cubicBezTo>
                <a:cubicBezTo>
                  <a:pt x="55527" y="0"/>
                  <a:pt x="65447" y="2369"/>
                  <a:pt x="72259" y="7107"/>
                </a:cubicBezTo>
                <a:cubicBezTo>
                  <a:pt x="79070" y="11846"/>
                  <a:pt x="82476" y="18805"/>
                  <a:pt x="82476" y="27985"/>
                </a:cubicBezTo>
                <a:cubicBezTo>
                  <a:pt x="82476" y="34204"/>
                  <a:pt x="80699" y="39239"/>
                  <a:pt x="77441" y="43385"/>
                </a:cubicBezTo>
                <a:cubicBezTo>
                  <a:pt x="74036" y="47531"/>
                  <a:pt x="69149" y="50492"/>
                  <a:pt x="62634" y="52417"/>
                </a:cubicBezTo>
                <a:cubicBezTo>
                  <a:pt x="69890" y="54490"/>
                  <a:pt x="75368" y="57748"/>
                  <a:pt x="79218" y="62338"/>
                </a:cubicBezTo>
                <a:cubicBezTo>
                  <a:pt x="82920" y="66928"/>
                  <a:pt x="84845" y="72703"/>
                  <a:pt x="84845" y="79514"/>
                </a:cubicBezTo>
                <a:cubicBezTo>
                  <a:pt x="84845" y="90175"/>
                  <a:pt x="81291" y="98319"/>
                  <a:pt x="74184" y="103650"/>
                </a:cubicBezTo>
                <a:cubicBezTo>
                  <a:pt x="67076" y="109128"/>
                  <a:pt x="56415" y="111794"/>
                  <a:pt x="42496" y="111794"/>
                </a:cubicBezTo>
                <a:cubicBezTo>
                  <a:pt x="28430" y="111794"/>
                  <a:pt x="17769" y="109128"/>
                  <a:pt x="10661" y="103650"/>
                </a:cubicBezTo>
                <a:cubicBezTo>
                  <a:pt x="3554" y="98319"/>
                  <a:pt x="0" y="90175"/>
                  <a:pt x="0" y="79514"/>
                </a:cubicBezTo>
                <a:cubicBezTo>
                  <a:pt x="0" y="72703"/>
                  <a:pt x="1777" y="66928"/>
                  <a:pt x="5627" y="62338"/>
                </a:cubicBezTo>
                <a:cubicBezTo>
                  <a:pt x="9328" y="57748"/>
                  <a:pt x="14807" y="54490"/>
                  <a:pt x="22211" y="52417"/>
                </a:cubicBezTo>
                <a:close/>
                <a:moveTo>
                  <a:pt x="28726" y="30799"/>
                </a:moveTo>
                <a:cubicBezTo>
                  <a:pt x="28726" y="35093"/>
                  <a:pt x="29910" y="38350"/>
                  <a:pt x="32279" y="40720"/>
                </a:cubicBezTo>
                <a:cubicBezTo>
                  <a:pt x="34649" y="43089"/>
                  <a:pt x="38054" y="44125"/>
                  <a:pt x="42496" y="44125"/>
                </a:cubicBezTo>
                <a:cubicBezTo>
                  <a:pt x="46790" y="44125"/>
                  <a:pt x="50196" y="43089"/>
                  <a:pt x="52565" y="40720"/>
                </a:cubicBezTo>
                <a:cubicBezTo>
                  <a:pt x="54934" y="38350"/>
                  <a:pt x="56119" y="35093"/>
                  <a:pt x="56119" y="30799"/>
                </a:cubicBezTo>
                <a:cubicBezTo>
                  <a:pt x="56119" y="26505"/>
                  <a:pt x="54934" y="23247"/>
                  <a:pt x="52565" y="20878"/>
                </a:cubicBezTo>
                <a:cubicBezTo>
                  <a:pt x="50196" y="18657"/>
                  <a:pt x="46790" y="17472"/>
                  <a:pt x="42496" y="17472"/>
                </a:cubicBezTo>
                <a:cubicBezTo>
                  <a:pt x="38054" y="17472"/>
                  <a:pt x="34649" y="18657"/>
                  <a:pt x="32279" y="21026"/>
                </a:cubicBezTo>
                <a:cubicBezTo>
                  <a:pt x="29910" y="23395"/>
                  <a:pt x="28726" y="26653"/>
                  <a:pt x="28726" y="3079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D9A4A-4E84-4193-8F3B-2710F392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850" y="2927876"/>
            <a:ext cx="78478" cy="109869"/>
          </a:xfrm>
          <a:custGeom xmlns:a="http://schemas.openxmlformats.org/drawingml/2006/main">
            <a:pathLst>
              <a:path w="78478" h="109869">
                <a:moveTo>
                  <a:pt x="30947" y="89435"/>
                </a:moveTo>
                <a:lnTo>
                  <a:pt x="78478" y="89435"/>
                </a:lnTo>
                <a:lnTo>
                  <a:pt x="78478" y="109869"/>
                </a:lnTo>
                <a:lnTo>
                  <a:pt x="0" y="109869"/>
                </a:lnTo>
                <a:lnTo>
                  <a:pt x="0" y="89435"/>
                </a:lnTo>
                <a:lnTo>
                  <a:pt x="39387" y="54638"/>
                </a:lnTo>
                <a:cubicBezTo>
                  <a:pt x="42941" y="51529"/>
                  <a:pt x="45458" y="48419"/>
                  <a:pt x="47235" y="45310"/>
                </a:cubicBezTo>
                <a:cubicBezTo>
                  <a:pt x="48863" y="42348"/>
                  <a:pt x="49752" y="39091"/>
                  <a:pt x="49752" y="35833"/>
                </a:cubicBezTo>
                <a:cubicBezTo>
                  <a:pt x="49752" y="30799"/>
                  <a:pt x="47975" y="26801"/>
                  <a:pt x="44569" y="23691"/>
                </a:cubicBezTo>
                <a:cubicBezTo>
                  <a:pt x="41164" y="20582"/>
                  <a:pt x="36722" y="18953"/>
                  <a:pt x="31095" y="18953"/>
                </a:cubicBezTo>
                <a:cubicBezTo>
                  <a:pt x="26653" y="18953"/>
                  <a:pt x="21915" y="19990"/>
                  <a:pt x="16880" y="21766"/>
                </a:cubicBezTo>
                <a:cubicBezTo>
                  <a:pt x="11698" y="23691"/>
                  <a:pt x="6219" y="26505"/>
                  <a:pt x="296" y="30058"/>
                </a:cubicBezTo>
                <a:lnTo>
                  <a:pt x="296" y="6367"/>
                </a:lnTo>
                <a:cubicBezTo>
                  <a:pt x="6515" y="4294"/>
                  <a:pt x="12734" y="2813"/>
                  <a:pt x="18953" y="1629"/>
                </a:cubicBezTo>
                <a:cubicBezTo>
                  <a:pt x="25024" y="592"/>
                  <a:pt x="30947" y="0"/>
                  <a:pt x="36870" y="0"/>
                </a:cubicBezTo>
                <a:cubicBezTo>
                  <a:pt x="49752" y="0"/>
                  <a:pt x="59821" y="2961"/>
                  <a:pt x="66928" y="8588"/>
                </a:cubicBezTo>
                <a:cubicBezTo>
                  <a:pt x="74036" y="14215"/>
                  <a:pt x="77737" y="22211"/>
                  <a:pt x="77737" y="32279"/>
                </a:cubicBezTo>
                <a:cubicBezTo>
                  <a:pt x="77737" y="38202"/>
                  <a:pt x="76109" y="43829"/>
                  <a:pt x="73147" y="48863"/>
                </a:cubicBezTo>
                <a:cubicBezTo>
                  <a:pt x="70038" y="53898"/>
                  <a:pt x="63671" y="60709"/>
                  <a:pt x="54046" y="69149"/>
                </a:cubicBezTo>
                <a:lnTo>
                  <a:pt x="30947" y="8943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033D3-AD3E-4A6F-BDDF-B90C2BB3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873" y="2929801"/>
            <a:ext cx="89583" cy="107944"/>
          </a:xfrm>
          <a:custGeom xmlns:a="http://schemas.openxmlformats.org/drawingml/2006/main">
            <a:pathLst>
              <a:path w="89583" h="107944">
                <a:moveTo>
                  <a:pt x="47827" y="22951"/>
                </a:moveTo>
                <a:lnTo>
                  <a:pt x="17324" y="68113"/>
                </a:lnTo>
                <a:lnTo>
                  <a:pt x="47827" y="68113"/>
                </a:lnTo>
                <a:lnTo>
                  <a:pt x="47827" y="22951"/>
                </a:lnTo>
                <a:close/>
                <a:moveTo>
                  <a:pt x="43237" y="0"/>
                </a:moveTo>
                <a:lnTo>
                  <a:pt x="74184" y="0"/>
                </a:lnTo>
                <a:lnTo>
                  <a:pt x="74184" y="68113"/>
                </a:lnTo>
                <a:lnTo>
                  <a:pt x="89583" y="68113"/>
                </a:lnTo>
                <a:lnTo>
                  <a:pt x="89583" y="88250"/>
                </a:lnTo>
                <a:lnTo>
                  <a:pt x="74184" y="88250"/>
                </a:lnTo>
                <a:lnTo>
                  <a:pt x="74184" y="107944"/>
                </a:lnTo>
                <a:lnTo>
                  <a:pt x="47827" y="107944"/>
                </a:lnTo>
                <a:lnTo>
                  <a:pt x="47827" y="88250"/>
                </a:lnTo>
                <a:lnTo>
                  <a:pt x="0" y="88250"/>
                </a:lnTo>
                <a:lnTo>
                  <a:pt x="0" y="64411"/>
                </a:lnTo>
                <a:lnTo>
                  <a:pt x="43237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03465-81E2-428F-B2A8-2D2BBD2D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808" y="2929801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03A0C-AA7F-4923-9333-4D1503CA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865" y="2929801"/>
            <a:ext cx="76109" cy="107944"/>
          </a:xfrm>
          <a:custGeom xmlns:a="http://schemas.openxmlformats.org/drawingml/2006/main">
            <a:pathLst>
              <a:path w="76109" h="107944">
                <a:moveTo>
                  <a:pt x="592" y="88695"/>
                </a:moveTo>
                <a:lnTo>
                  <a:pt x="25172" y="88695"/>
                </a:lnTo>
                <a:lnTo>
                  <a:pt x="25172" y="18953"/>
                </a:lnTo>
                <a:lnTo>
                  <a:pt x="0" y="24136"/>
                </a:lnTo>
                <a:lnTo>
                  <a:pt x="0" y="5182"/>
                </a:lnTo>
                <a:lnTo>
                  <a:pt x="25024" y="0"/>
                </a:lnTo>
                <a:lnTo>
                  <a:pt x="51529" y="0"/>
                </a:lnTo>
                <a:lnTo>
                  <a:pt x="51529" y="88695"/>
                </a:lnTo>
                <a:lnTo>
                  <a:pt x="76109" y="88695"/>
                </a:lnTo>
                <a:lnTo>
                  <a:pt x="76109" y="107944"/>
                </a:lnTo>
                <a:lnTo>
                  <a:pt x="592" y="107944"/>
                </a:lnTo>
                <a:lnTo>
                  <a:pt x="592" y="8869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8B45E-3B4B-4907-A2BE-FDFD539A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446" y="2929801"/>
            <a:ext cx="81291" cy="107944"/>
          </a:xfrm>
          <a:custGeom xmlns:a="http://schemas.openxmlformats.org/drawingml/2006/main">
            <a:pathLst>
              <a:path w="81291" h="107944">
                <a:moveTo>
                  <a:pt x="0" y="0"/>
                </a:moveTo>
                <a:lnTo>
                  <a:pt x="81291" y="0"/>
                </a:lnTo>
                <a:lnTo>
                  <a:pt x="81291" y="15696"/>
                </a:lnTo>
                <a:lnTo>
                  <a:pt x="39239" y="107944"/>
                </a:lnTo>
                <a:lnTo>
                  <a:pt x="12142" y="107944"/>
                </a:lnTo>
                <a:lnTo>
                  <a:pt x="51973" y="20434"/>
                </a:lnTo>
                <a:lnTo>
                  <a:pt x="0" y="2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8A989-EE23-4C62-9DE8-C95C580D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629" y="2928024"/>
            <a:ext cx="85881" cy="111646"/>
          </a:xfrm>
          <a:custGeom xmlns:a="http://schemas.openxmlformats.org/drawingml/2006/main">
            <a:pathLst>
              <a:path w="85881" h="111646">
                <a:moveTo>
                  <a:pt x="44421" y="56415"/>
                </a:moveTo>
                <a:cubicBezTo>
                  <a:pt x="39535" y="56415"/>
                  <a:pt x="35833" y="58044"/>
                  <a:pt x="33464" y="61153"/>
                </a:cubicBezTo>
                <a:cubicBezTo>
                  <a:pt x="30947" y="64411"/>
                  <a:pt x="29762" y="69149"/>
                  <a:pt x="29762" y="75368"/>
                </a:cubicBezTo>
                <a:cubicBezTo>
                  <a:pt x="29762" y="81735"/>
                  <a:pt x="30947" y="86474"/>
                  <a:pt x="33464" y="89583"/>
                </a:cubicBezTo>
                <a:cubicBezTo>
                  <a:pt x="35833" y="92841"/>
                  <a:pt x="39535" y="94321"/>
                  <a:pt x="44421" y="94321"/>
                </a:cubicBezTo>
                <a:cubicBezTo>
                  <a:pt x="49308" y="94321"/>
                  <a:pt x="53009" y="92841"/>
                  <a:pt x="55379" y="89583"/>
                </a:cubicBezTo>
                <a:cubicBezTo>
                  <a:pt x="57748" y="86474"/>
                  <a:pt x="59080" y="81735"/>
                  <a:pt x="59080" y="75368"/>
                </a:cubicBezTo>
                <a:cubicBezTo>
                  <a:pt x="59080" y="69149"/>
                  <a:pt x="57748" y="64411"/>
                  <a:pt x="55379" y="61153"/>
                </a:cubicBezTo>
                <a:cubicBezTo>
                  <a:pt x="53009" y="58044"/>
                  <a:pt x="49308" y="56415"/>
                  <a:pt x="44421" y="56415"/>
                </a:cubicBezTo>
                <a:close/>
                <a:moveTo>
                  <a:pt x="78774" y="4590"/>
                </a:moveTo>
                <a:lnTo>
                  <a:pt x="78774" y="24580"/>
                </a:lnTo>
                <a:cubicBezTo>
                  <a:pt x="74184" y="22507"/>
                  <a:pt x="69890" y="20878"/>
                  <a:pt x="65892" y="19842"/>
                </a:cubicBezTo>
                <a:cubicBezTo>
                  <a:pt x="61746" y="18805"/>
                  <a:pt x="57896" y="18213"/>
                  <a:pt x="54046" y="18213"/>
                </a:cubicBezTo>
                <a:cubicBezTo>
                  <a:pt x="45754" y="18213"/>
                  <a:pt x="39239" y="20582"/>
                  <a:pt x="34649" y="25172"/>
                </a:cubicBezTo>
                <a:cubicBezTo>
                  <a:pt x="29910" y="29762"/>
                  <a:pt x="27245" y="36574"/>
                  <a:pt x="26505" y="45606"/>
                </a:cubicBezTo>
                <a:cubicBezTo>
                  <a:pt x="29614" y="43237"/>
                  <a:pt x="33020" y="41460"/>
                  <a:pt x="36870" y="40275"/>
                </a:cubicBezTo>
                <a:cubicBezTo>
                  <a:pt x="40571" y="39091"/>
                  <a:pt x="44569" y="38498"/>
                  <a:pt x="49012" y="38498"/>
                </a:cubicBezTo>
                <a:cubicBezTo>
                  <a:pt x="59969" y="38498"/>
                  <a:pt x="68853" y="41756"/>
                  <a:pt x="75664" y="48271"/>
                </a:cubicBezTo>
                <a:cubicBezTo>
                  <a:pt x="82476" y="54786"/>
                  <a:pt x="85881" y="63226"/>
                  <a:pt x="85881" y="73591"/>
                </a:cubicBezTo>
                <a:cubicBezTo>
                  <a:pt x="85881" y="85141"/>
                  <a:pt x="82031" y="94469"/>
                  <a:pt x="74480" y="101281"/>
                </a:cubicBezTo>
                <a:cubicBezTo>
                  <a:pt x="66928" y="108240"/>
                  <a:pt x="56859" y="111646"/>
                  <a:pt x="44125" y="111646"/>
                </a:cubicBezTo>
                <a:cubicBezTo>
                  <a:pt x="30058" y="111646"/>
                  <a:pt x="19249" y="107055"/>
                  <a:pt x="11550" y="97579"/>
                </a:cubicBezTo>
                <a:cubicBezTo>
                  <a:pt x="3850" y="88102"/>
                  <a:pt x="0" y="74776"/>
                  <a:pt x="0" y="57304"/>
                </a:cubicBezTo>
                <a:cubicBezTo>
                  <a:pt x="0" y="39535"/>
                  <a:pt x="4442" y="25468"/>
                  <a:pt x="13474" y="15251"/>
                </a:cubicBezTo>
                <a:cubicBezTo>
                  <a:pt x="22359" y="5182"/>
                  <a:pt x="34797" y="0"/>
                  <a:pt x="50492" y="0"/>
                </a:cubicBezTo>
                <a:cubicBezTo>
                  <a:pt x="55379" y="0"/>
                  <a:pt x="60117" y="444"/>
                  <a:pt x="64855" y="1185"/>
                </a:cubicBezTo>
                <a:cubicBezTo>
                  <a:pt x="69593" y="1925"/>
                  <a:pt x="74184" y="3109"/>
                  <a:pt x="78774" y="459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E4547-BDB1-44F1-96ED-50C37D99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73" y="2929801"/>
            <a:ext cx="81291" cy="109869"/>
          </a:xfrm>
          <a:custGeom xmlns:a="http://schemas.openxmlformats.org/drawingml/2006/main">
            <a:pathLst>
              <a:path w="81291" h="109869">
                <a:moveTo>
                  <a:pt x="4294" y="0"/>
                </a:moveTo>
                <a:lnTo>
                  <a:pt x="73443" y="0"/>
                </a:lnTo>
                <a:lnTo>
                  <a:pt x="73443" y="20434"/>
                </a:lnTo>
                <a:lnTo>
                  <a:pt x="26505" y="20434"/>
                </a:lnTo>
                <a:lnTo>
                  <a:pt x="26505" y="37166"/>
                </a:lnTo>
                <a:cubicBezTo>
                  <a:pt x="28578" y="36574"/>
                  <a:pt x="30651" y="36129"/>
                  <a:pt x="32872" y="35833"/>
                </a:cubicBezTo>
                <a:cubicBezTo>
                  <a:pt x="34945" y="35537"/>
                  <a:pt x="37166" y="35389"/>
                  <a:pt x="39535" y="35389"/>
                </a:cubicBezTo>
                <a:cubicBezTo>
                  <a:pt x="52713" y="35389"/>
                  <a:pt x="62930" y="38795"/>
                  <a:pt x="70334" y="45310"/>
                </a:cubicBezTo>
                <a:cubicBezTo>
                  <a:pt x="77589" y="51825"/>
                  <a:pt x="81291" y="61005"/>
                  <a:pt x="81291" y="72703"/>
                </a:cubicBezTo>
                <a:cubicBezTo>
                  <a:pt x="81291" y="84401"/>
                  <a:pt x="77293" y="93581"/>
                  <a:pt x="69297" y="100096"/>
                </a:cubicBezTo>
                <a:cubicBezTo>
                  <a:pt x="61301" y="106611"/>
                  <a:pt x="50196" y="109869"/>
                  <a:pt x="36129" y="109869"/>
                </a:cubicBezTo>
                <a:cubicBezTo>
                  <a:pt x="29910" y="109869"/>
                  <a:pt x="23839" y="109276"/>
                  <a:pt x="17917" y="108092"/>
                </a:cubicBezTo>
                <a:cubicBezTo>
                  <a:pt x="11846" y="107055"/>
                  <a:pt x="5923" y="105279"/>
                  <a:pt x="0" y="102909"/>
                </a:cubicBezTo>
                <a:lnTo>
                  <a:pt x="0" y="80995"/>
                </a:lnTo>
                <a:cubicBezTo>
                  <a:pt x="5923" y="84401"/>
                  <a:pt x="11401" y="86918"/>
                  <a:pt x="16732" y="88547"/>
                </a:cubicBezTo>
                <a:cubicBezTo>
                  <a:pt x="22063" y="90323"/>
                  <a:pt x="26949" y="91064"/>
                  <a:pt x="31687" y="91064"/>
                </a:cubicBezTo>
                <a:cubicBezTo>
                  <a:pt x="38350" y="91064"/>
                  <a:pt x="43681" y="89435"/>
                  <a:pt x="47531" y="86177"/>
                </a:cubicBezTo>
                <a:cubicBezTo>
                  <a:pt x="51381" y="82920"/>
                  <a:pt x="53454" y="78330"/>
                  <a:pt x="53454" y="72703"/>
                </a:cubicBezTo>
                <a:cubicBezTo>
                  <a:pt x="53454" y="67076"/>
                  <a:pt x="51381" y="62634"/>
                  <a:pt x="47531" y="59377"/>
                </a:cubicBezTo>
                <a:cubicBezTo>
                  <a:pt x="43681" y="56119"/>
                  <a:pt x="38350" y="54342"/>
                  <a:pt x="31687" y="54342"/>
                </a:cubicBezTo>
                <a:cubicBezTo>
                  <a:pt x="27541" y="54342"/>
                  <a:pt x="23247" y="54934"/>
                  <a:pt x="18805" y="55971"/>
                </a:cubicBezTo>
                <a:cubicBezTo>
                  <a:pt x="14363" y="57007"/>
                  <a:pt x="9477" y="58636"/>
                  <a:pt x="4294" y="60709"/>
                </a:cubicBezTo>
                <a:lnTo>
                  <a:pt x="4294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7A61E-EBCB-4AAF-A392-44E45201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065" y="2984588"/>
            <a:ext cx="45458" cy="21026"/>
          </a:xfrm>
          <a:custGeom xmlns:a="http://schemas.openxmlformats.org/drawingml/2006/main">
            <a:pathLst>
              <a:path w="45458" h="21026">
                <a:moveTo>
                  <a:pt x="0" y="0"/>
                </a:moveTo>
                <a:lnTo>
                  <a:pt x="45458" y="0"/>
                </a:lnTo>
                <a:lnTo>
                  <a:pt x="45458" y="21026"/>
                </a:lnTo>
                <a:lnTo>
                  <a:pt x="0" y="210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442195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2026-09-05T08:53:57.2880000Z</dcterms:created>
  <dcterms:modified xsi:type="dcterms:W3CDTF">2026-09-05T08:53:57.2880000Z</dcterms:modified>
</coreProperties>
</file>